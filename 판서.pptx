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1" r:id="rId55"/>
    <p:sldId id="309" r:id="rId56"/>
    <p:sldId id="313" r:id="rId57"/>
    <p:sldId id="312" r:id="rId58"/>
    <p:sldId id="310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CBA309-C317-410B-8B59-F555EA736DB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제목 없는 구역" id="{851554C8-FACD-4E76-A45D-940EDE025644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11"/>
            <p14:sldId id="309"/>
            <p14:sldId id="313"/>
            <p14:sldId id="312"/>
            <p14:sldId id="310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16" autoAdjust="0"/>
    <p:restoredTop sz="96695" autoAdjust="0"/>
  </p:normalViewPr>
  <p:slideViewPr>
    <p:cSldViewPr snapToGrid="0">
      <p:cViewPr varScale="1">
        <p:scale>
          <a:sx n="139" d="100"/>
          <a:sy n="139" d="100"/>
        </p:scale>
        <p:origin x="475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B5A28-4F49-4CB7-887A-B876422011A4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DE7F0-D69A-43A1-9A94-8D28B6C75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94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7591D-47D9-D11B-6707-1753C35B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9E1339-146F-7927-1869-2E686A017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22A7-5CED-6C81-3FEF-5EB0AF27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53DD8-6D23-B3AF-2614-FADE863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37E88-8BA9-A820-4390-571C787C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FDC2B-FC3E-2E50-4627-B29CF2EF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85C5B-D23A-96EA-A498-1D17879E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57105-A28C-20AC-A48B-AE507E31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C1C97-62F6-2298-A377-79404197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8ED80-FEF3-D907-6EDB-2C862A09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7CF4B-256D-A16C-3BA7-8D7C1F52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1611E-A458-2720-7C0A-F427F036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9F5FA-CEBF-EEF5-608F-4E96193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66170-0DAB-9775-BFCB-C2299E60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0B822-2DA9-B684-D525-4CF470D7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E877-A1B5-7A1B-3842-AF651DE1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F48EB-428E-F04B-0F22-8E75C804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6A0D7-C540-6D68-C611-3248B5D49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A4C40-1097-1669-614E-2117B5B1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403E6B-946E-3E19-3E17-AB469775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D39A0-1319-074B-B6DB-E1825983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3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895E-09E4-9A59-90B9-75F4F412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39353-C1A1-A9DD-11F3-0E40C456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02C3A-B2BE-59CD-303B-249291B2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77165F-34B3-D7EC-82F9-808D4210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C2F89E-F107-F275-035E-74547A6E3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4B7A8-2B56-C3DB-55E4-6FE0EEFE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92944B-0746-440F-99A0-6A37B72A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304A98-A3E0-20C1-05BF-EECD4E93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6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9322D-9463-F708-95A0-DBB2FDA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821902-51B7-56AF-DC3C-E5D653F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F5610-35E8-F7B4-498A-F847CCD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CD46E4-DD37-EC4F-02D6-E0C94173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51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66175D-A052-E3C5-250E-CA411F48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A61BE-F3FC-6127-EEBA-1F075D57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C95FD-8BA7-18CF-C8F1-33A5081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1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6302B-0176-E877-1B00-70A1F471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5E8D4-4EE1-1A38-F96C-CCEFA685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B293BD-6D65-A649-8FF7-4626D4ADD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6812D-97CB-9B7B-E2AB-B847DA67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28B54-E57E-B10D-6A4A-096AD0D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33BA0-B41C-D43F-73FB-2B1A16DE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56A9-6DE0-A1CA-0882-A847E4B4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605018-FDBE-220C-5DE6-A6283F3D2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42A158-B44D-F547-4715-97F2E679A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EF771-0181-4193-1219-231CD34A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F1F15-50EC-104A-BA10-40E3FB9E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8D912-771D-870C-88DD-D6EDDF98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CB7C5-C4B9-C80F-57E2-F2D9EFFF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63D6E1-2C16-5738-A605-C511A886E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5CA7A-BA36-B209-FB44-E7B7EB67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228874-E32E-A4C9-754F-89E21A8A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517FE-7C5D-813B-B528-DA8F4BB3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7C407E-55F0-86EC-AFB3-B1737F0E9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E32DC6-F4F2-61E4-48CD-A9881D3B2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78350-D680-D0B6-C62D-642E1123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AB308-B71D-6D36-685F-1C6C9525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02C1F-2690-0346-7219-86EFA9A7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9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0E7734-75EC-E12A-B076-8E2A274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046AD-882B-FB5D-A06F-6EE83DA9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822F5-1DDB-0728-B94D-B529C07AB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019AB-1106-44D1-AD08-52382040701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147D3-5E5E-E4FE-AFB6-7D407D155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5BDEC1-16F2-3E58-869C-61D240E2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0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1642743-4E7B-9F69-1EE5-BDCCE6EFE0D5}"/>
              </a:ext>
            </a:extLst>
          </p:cNvPr>
          <p:cNvSpPr txBox="1"/>
          <p:nvPr/>
        </p:nvSpPr>
        <p:spPr>
          <a:xfrm>
            <a:off x="930925" y="457200"/>
            <a:ext cx="88841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강사명 </a:t>
            </a:r>
            <a:r>
              <a:rPr lang="en-US" altLang="ko-KR" sz="2400">
                <a:latin typeface="Consolas" panose="020B0609020204030204" pitchFamily="49" charset="0"/>
              </a:rPr>
              <a:t>: </a:t>
            </a:r>
            <a:r>
              <a:rPr lang="ko-KR" altLang="en-US" sz="2400">
                <a:latin typeface="Consolas" panose="020B0609020204030204" pitchFamily="49" charset="0"/>
              </a:rPr>
              <a:t>김정인 </a:t>
            </a:r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email : jikim@imguru.co.kr</a:t>
            </a:r>
          </a:p>
          <a:p>
            <a:r>
              <a:rPr lang="ko-KR" altLang="en-US" sz="2400">
                <a:latin typeface="Consolas" panose="020B0609020204030204" pitchFamily="49" charset="0"/>
              </a:rPr>
              <a:t>강의자료공유 </a:t>
            </a:r>
            <a:r>
              <a:rPr lang="en-US" altLang="ko-KR" sz="2400">
                <a:latin typeface="Consolas" panose="020B0609020204030204" pitchFamily="49" charset="0"/>
              </a:rPr>
              <a:t>: </a:t>
            </a:r>
            <a:r>
              <a:rPr lang="en-US" altLang="ko-KR" sz="24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monospace" pitchFamily="34" charset="-120"/>
              </a:rPr>
              <a:t>github.com/imguru-mooc/mfu-optimization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33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1103379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type :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char : 1byte =&gt; 8bit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int  : 4byte =&gt; 32bit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------------------------------------------------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double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30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4705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char : 1byte =&gt; 8bit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D4E95-312F-93A6-35AE-BF7BA03CD3BC}"/>
              </a:ext>
            </a:extLst>
          </p:cNvPr>
          <p:cNvSpPr txBox="1"/>
          <p:nvPr/>
        </p:nvSpPr>
        <p:spPr>
          <a:xfrm>
            <a:off x="616945" y="980500"/>
            <a:ext cx="87735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char c=200;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printf("%d\n", c );    // 1. 200   X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                   // 2. error X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                   // 3. -56   O </a:t>
            </a:r>
          </a:p>
        </p:txBody>
      </p:sp>
    </p:spTree>
    <p:extLst>
      <p:ext uri="{BB962C8B-B14F-4D97-AF65-F5344CB8AC3E}">
        <p14:creationId xmlns:p14="http://schemas.microsoft.com/office/powerpoint/2010/main" val="4179222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4705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char : 1byte =&gt; 8bit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083325" y="221439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1543968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004611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2465254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2925895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3386539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3847182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307825" y="221439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4B69CF-6470-94CC-7528-DCD72491C622}"/>
              </a:ext>
            </a:extLst>
          </p:cNvPr>
          <p:cNvSpPr txBox="1"/>
          <p:nvPr/>
        </p:nvSpPr>
        <p:spPr>
          <a:xfrm>
            <a:off x="2679049" y="1019942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200 =&gt; -56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D789FC-D098-563E-D6B4-35105259C66D}"/>
              </a:ext>
            </a:extLst>
          </p:cNvPr>
          <p:cNvSpPr txBox="1"/>
          <p:nvPr/>
        </p:nvSpPr>
        <p:spPr>
          <a:xfrm>
            <a:off x="1083325" y="1740224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1083325" y="3101545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1543968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2004611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2465254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2925895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3386539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3847182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4307825" y="3101545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895172" y="3873311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09D9B74-E26D-2A3C-36CD-285C9547BA0E}"/>
              </a:ext>
            </a:extLst>
          </p:cNvPr>
          <p:cNvSpPr/>
          <p:nvPr/>
        </p:nvSpPr>
        <p:spPr>
          <a:xfrm>
            <a:off x="4307825" y="39223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517793" y="4847422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1083325" y="511843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1543968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2004611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2465254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2925895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3386539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3847182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4307825" y="511843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2D6CD3E-7F48-4671-5400-B786F29BF263}"/>
              </a:ext>
            </a:extLst>
          </p:cNvPr>
          <p:cNvSpPr/>
          <p:nvPr/>
        </p:nvSpPr>
        <p:spPr>
          <a:xfrm>
            <a:off x="6576654" y="2252950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D063B0B-8E7B-DFC3-0FE2-5D738C69893A}"/>
              </a:ext>
            </a:extLst>
          </p:cNvPr>
          <p:cNvSpPr/>
          <p:nvPr/>
        </p:nvSpPr>
        <p:spPr>
          <a:xfrm>
            <a:off x="7037297" y="2252950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49F6301-3DD0-9F19-2902-89D24776E7D6}"/>
              </a:ext>
            </a:extLst>
          </p:cNvPr>
          <p:cNvSpPr/>
          <p:nvPr/>
        </p:nvSpPr>
        <p:spPr>
          <a:xfrm>
            <a:off x="7497940" y="2252950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D432A63-8D49-DD29-8326-6B1B66082E64}"/>
              </a:ext>
            </a:extLst>
          </p:cNvPr>
          <p:cNvSpPr/>
          <p:nvPr/>
        </p:nvSpPr>
        <p:spPr>
          <a:xfrm>
            <a:off x="7958583" y="2252950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A2C18E1-757D-95DF-7850-CA749C6DA5F7}"/>
              </a:ext>
            </a:extLst>
          </p:cNvPr>
          <p:cNvSpPr/>
          <p:nvPr/>
        </p:nvSpPr>
        <p:spPr>
          <a:xfrm>
            <a:off x="8419224" y="2252950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B7D1924-1EC2-8C68-4F6A-71EBB36E060D}"/>
              </a:ext>
            </a:extLst>
          </p:cNvPr>
          <p:cNvSpPr/>
          <p:nvPr/>
        </p:nvSpPr>
        <p:spPr>
          <a:xfrm>
            <a:off x="8879868" y="2252950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2DBC533-4FF2-2EF2-8946-E5CE0802042A}"/>
              </a:ext>
            </a:extLst>
          </p:cNvPr>
          <p:cNvSpPr/>
          <p:nvPr/>
        </p:nvSpPr>
        <p:spPr>
          <a:xfrm>
            <a:off x="9340511" y="2252950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F14BC24-D965-B275-BEAA-E522151776CC}"/>
              </a:ext>
            </a:extLst>
          </p:cNvPr>
          <p:cNvSpPr/>
          <p:nvPr/>
        </p:nvSpPr>
        <p:spPr>
          <a:xfrm>
            <a:off x="9801154" y="2252950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8176CFB-5895-6B83-EE26-69A5BFF404F3}"/>
              </a:ext>
            </a:extLst>
          </p:cNvPr>
          <p:cNvSpPr txBox="1"/>
          <p:nvPr/>
        </p:nvSpPr>
        <p:spPr>
          <a:xfrm>
            <a:off x="6576654" y="177878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DF2FFBD-C30F-697A-F3A7-892D234EDBD4}"/>
              </a:ext>
            </a:extLst>
          </p:cNvPr>
          <p:cNvSpPr/>
          <p:nvPr/>
        </p:nvSpPr>
        <p:spPr>
          <a:xfrm>
            <a:off x="6576654" y="3146412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BD9A208-A6BD-4982-F346-23BC74864341}"/>
              </a:ext>
            </a:extLst>
          </p:cNvPr>
          <p:cNvSpPr/>
          <p:nvPr/>
        </p:nvSpPr>
        <p:spPr>
          <a:xfrm>
            <a:off x="7037297" y="314641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EA3D36D-5440-94F1-D11A-400857A26716}"/>
              </a:ext>
            </a:extLst>
          </p:cNvPr>
          <p:cNvSpPr/>
          <p:nvPr/>
        </p:nvSpPr>
        <p:spPr>
          <a:xfrm>
            <a:off x="7497940" y="314641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7369225-C5E6-8571-07D1-0257021583C0}"/>
              </a:ext>
            </a:extLst>
          </p:cNvPr>
          <p:cNvSpPr/>
          <p:nvPr/>
        </p:nvSpPr>
        <p:spPr>
          <a:xfrm>
            <a:off x="7958583" y="314641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F5D8530-1AA0-F383-0689-75EC48E593DC}"/>
              </a:ext>
            </a:extLst>
          </p:cNvPr>
          <p:cNvSpPr/>
          <p:nvPr/>
        </p:nvSpPr>
        <p:spPr>
          <a:xfrm>
            <a:off x="8419224" y="3146412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27EA7D2-0983-B685-FD92-6AC2CABA53F0}"/>
              </a:ext>
            </a:extLst>
          </p:cNvPr>
          <p:cNvSpPr/>
          <p:nvPr/>
        </p:nvSpPr>
        <p:spPr>
          <a:xfrm>
            <a:off x="8879868" y="3146412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879075C-47EF-E2CC-3C92-9447063295AC}"/>
              </a:ext>
            </a:extLst>
          </p:cNvPr>
          <p:cNvSpPr/>
          <p:nvPr/>
        </p:nvSpPr>
        <p:spPr>
          <a:xfrm>
            <a:off x="9340511" y="3146412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467BFD8-C604-0A15-13CA-0696AFB9B3A9}"/>
              </a:ext>
            </a:extLst>
          </p:cNvPr>
          <p:cNvSpPr/>
          <p:nvPr/>
        </p:nvSpPr>
        <p:spPr>
          <a:xfrm>
            <a:off x="9801154" y="3146412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63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24108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871500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3332143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792786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425342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714071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5174714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56353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24108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871500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3332143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792786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425342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714071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5174714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56353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1831438" y="207205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1845325" y="2969050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241085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2871500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3332143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3792786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425342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4714071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5174714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563535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6351298" y="13087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6348929" y="212655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C086-845F-7CF8-93A5-7D06FDD5C2E9}"/>
              </a:ext>
            </a:extLst>
          </p:cNvPr>
          <p:cNvSpPr txBox="1"/>
          <p:nvPr/>
        </p:nvSpPr>
        <p:spPr>
          <a:xfrm>
            <a:off x="6332404" y="330939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7941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24108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871500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3332143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792786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425342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714071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5174714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56353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24108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871500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3332143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792786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425342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714071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5174714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56353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1845325" y="215109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1845325" y="2969050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241085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2871500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3332143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3792786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425342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4714071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5174714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5635357" y="324005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6351298" y="13087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6348929" y="212655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C086-845F-7CF8-93A5-7D06FDD5C2E9}"/>
              </a:ext>
            </a:extLst>
          </p:cNvPr>
          <p:cNvSpPr txBox="1"/>
          <p:nvPr/>
        </p:nvSpPr>
        <p:spPr>
          <a:xfrm>
            <a:off x="6332404" y="330939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2CD0DC-7D36-2F89-7504-A5B7B072BABB}"/>
              </a:ext>
            </a:extLst>
          </p:cNvPr>
          <p:cNvSpPr/>
          <p:nvPr/>
        </p:nvSpPr>
        <p:spPr>
          <a:xfrm>
            <a:off x="5174714" y="49109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74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677537" y="25338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8-1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24108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871500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3332143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792786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425342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714071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5174714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5635357" y="12394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24108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871500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3332143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792786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425342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714071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5174714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5635357" y="21265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1845325" y="215109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1845325" y="2969050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2410857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2871500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3332143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3792786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4253427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4714071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5174714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5635357" y="3157433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6351298" y="13087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6348929" y="212655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C086-845F-7CF8-93A5-7D06FDD5C2E9}"/>
              </a:ext>
            </a:extLst>
          </p:cNvPr>
          <p:cNvSpPr txBox="1"/>
          <p:nvPr/>
        </p:nvSpPr>
        <p:spPr>
          <a:xfrm>
            <a:off x="6332404" y="322677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2CD0DC-7D36-2F89-7504-A5B7B072BABB}"/>
              </a:ext>
            </a:extLst>
          </p:cNvPr>
          <p:cNvSpPr/>
          <p:nvPr/>
        </p:nvSpPr>
        <p:spPr>
          <a:xfrm>
            <a:off x="5174714" y="49109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047837-62BD-9AB5-C996-8253653A1504}"/>
              </a:ext>
            </a:extLst>
          </p:cNvPr>
          <p:cNvSpPr/>
          <p:nvPr/>
        </p:nvSpPr>
        <p:spPr>
          <a:xfrm>
            <a:off x="4714070" y="49109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9CC367-6B99-4A24-88FA-DA17B616E281}"/>
              </a:ext>
            </a:extLst>
          </p:cNvPr>
          <p:cNvSpPr/>
          <p:nvPr/>
        </p:nvSpPr>
        <p:spPr>
          <a:xfrm>
            <a:off x="5635356" y="49109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8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44869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20551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66155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26798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8743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48083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508726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6936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1744869" y="207147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205512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2666155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126798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358743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048083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4508726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496936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1179337" y="2096008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1179337" y="2913965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174486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2205512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2666155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3126798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358743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4048083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4508726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496936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5682941" y="207147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C086-845F-7CF8-93A5-7D06FDD5C2E9}"/>
              </a:ext>
            </a:extLst>
          </p:cNvPr>
          <p:cNvSpPr txBox="1"/>
          <p:nvPr/>
        </p:nvSpPr>
        <p:spPr>
          <a:xfrm>
            <a:off x="5666416" y="3254311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865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(n-1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357501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9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5+7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2 =&gt; 3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B01884-AA66-2D4C-6209-D0A454957477}"/>
              </a:ext>
            </a:extLst>
          </p:cNvPr>
          <p:cNvSpPr/>
          <p:nvPr/>
        </p:nvSpPr>
        <p:spPr>
          <a:xfrm>
            <a:off x="502414" y="206133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A7F8B-5351-E389-3F02-2DEB11B50147}"/>
              </a:ext>
            </a:extLst>
          </p:cNvPr>
          <p:cNvSpPr txBox="1"/>
          <p:nvPr/>
        </p:nvSpPr>
        <p:spPr>
          <a:xfrm>
            <a:off x="108916" y="1486696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carry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52405E-0CF9-AC80-9B0F-6589296D9DB3}"/>
              </a:ext>
            </a:extLst>
          </p:cNvPr>
          <p:cNvSpPr/>
          <p:nvPr/>
        </p:nvSpPr>
        <p:spPr>
          <a:xfrm>
            <a:off x="4962306" y="398950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8C379-BAA3-2569-D81F-5C360B1C0D52}"/>
              </a:ext>
            </a:extLst>
          </p:cNvPr>
          <p:cNvSpPr txBox="1"/>
          <p:nvPr/>
        </p:nvSpPr>
        <p:spPr>
          <a:xfrm>
            <a:off x="1209935" y="398164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B6B4163-C243-4787-55DF-EE16C9A2C93D}"/>
              </a:ext>
            </a:extLst>
          </p:cNvPr>
          <p:cNvCxnSpPr/>
          <p:nvPr/>
        </p:nvCxnSpPr>
        <p:spPr>
          <a:xfrm>
            <a:off x="1209935" y="4799600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599FDF-0910-79B5-D897-1E6B377041DE}"/>
              </a:ext>
            </a:extLst>
          </p:cNvPr>
          <p:cNvSpPr/>
          <p:nvPr/>
        </p:nvSpPr>
        <p:spPr>
          <a:xfrm>
            <a:off x="1775467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90341E3-55F9-B344-1136-8FAC01623179}"/>
              </a:ext>
            </a:extLst>
          </p:cNvPr>
          <p:cNvSpPr/>
          <p:nvPr/>
        </p:nvSpPr>
        <p:spPr>
          <a:xfrm>
            <a:off x="2236110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18B172-7A98-32A9-D983-44D79A11FC25}"/>
              </a:ext>
            </a:extLst>
          </p:cNvPr>
          <p:cNvSpPr/>
          <p:nvPr/>
        </p:nvSpPr>
        <p:spPr>
          <a:xfrm>
            <a:off x="2696753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A741E7-CFA9-2230-40E3-FDFFCBBF59BB}"/>
              </a:ext>
            </a:extLst>
          </p:cNvPr>
          <p:cNvSpPr/>
          <p:nvPr/>
        </p:nvSpPr>
        <p:spPr>
          <a:xfrm>
            <a:off x="3157396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35A75F-0517-6619-0F06-9319321EFAC9}"/>
              </a:ext>
            </a:extLst>
          </p:cNvPr>
          <p:cNvSpPr/>
          <p:nvPr/>
        </p:nvSpPr>
        <p:spPr>
          <a:xfrm>
            <a:off x="3618037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7C7E3F-1C50-4386-70AC-1B6CBB71BD2F}"/>
              </a:ext>
            </a:extLst>
          </p:cNvPr>
          <p:cNvSpPr/>
          <p:nvPr/>
        </p:nvSpPr>
        <p:spPr>
          <a:xfrm>
            <a:off x="4078681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F35C3B-3B42-F266-CDC7-9E83D3DA6EB6}"/>
              </a:ext>
            </a:extLst>
          </p:cNvPr>
          <p:cNvSpPr/>
          <p:nvPr/>
        </p:nvSpPr>
        <p:spPr>
          <a:xfrm>
            <a:off x="4539324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ACA8ED-E9BE-E839-1563-71CBEA209061}"/>
              </a:ext>
            </a:extLst>
          </p:cNvPr>
          <p:cNvSpPr/>
          <p:nvPr/>
        </p:nvSpPr>
        <p:spPr>
          <a:xfrm>
            <a:off x="4999967" y="507060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9964E-4AAB-6B98-9629-EC33BD91FD94}"/>
              </a:ext>
            </a:extLst>
          </p:cNvPr>
          <p:cNvSpPr txBox="1"/>
          <p:nvPr/>
        </p:nvSpPr>
        <p:spPr>
          <a:xfrm>
            <a:off x="5697014" y="513994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628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44869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20551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66155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26798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8743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48083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508726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6936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1744869" y="207147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205512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2666155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126798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358743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048083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4508726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496936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CA415-8B15-82F6-FC10-15BB105197C2}"/>
              </a:ext>
            </a:extLst>
          </p:cNvPr>
          <p:cNvSpPr txBox="1"/>
          <p:nvPr/>
        </p:nvSpPr>
        <p:spPr>
          <a:xfrm>
            <a:off x="1179337" y="2096008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38760AF-6340-527C-E31F-038D5322A282}"/>
              </a:ext>
            </a:extLst>
          </p:cNvPr>
          <p:cNvCxnSpPr/>
          <p:nvPr/>
        </p:nvCxnSpPr>
        <p:spPr>
          <a:xfrm>
            <a:off x="1179337" y="2913965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9457E98-89EC-AF37-83D8-86857ED7BD31}"/>
              </a:ext>
            </a:extLst>
          </p:cNvPr>
          <p:cNvSpPr/>
          <p:nvPr/>
        </p:nvSpPr>
        <p:spPr>
          <a:xfrm>
            <a:off x="174486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3B4168E-9E97-46E6-94F3-7E46070EFF25}"/>
              </a:ext>
            </a:extLst>
          </p:cNvPr>
          <p:cNvSpPr/>
          <p:nvPr/>
        </p:nvSpPr>
        <p:spPr>
          <a:xfrm>
            <a:off x="2205512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A390023-DFE6-A00A-C291-C8080FE4D023}"/>
              </a:ext>
            </a:extLst>
          </p:cNvPr>
          <p:cNvSpPr/>
          <p:nvPr/>
        </p:nvSpPr>
        <p:spPr>
          <a:xfrm>
            <a:off x="2666155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EDBCE7F-57F4-B0B5-33A7-1E5EA5985F79}"/>
              </a:ext>
            </a:extLst>
          </p:cNvPr>
          <p:cNvSpPr/>
          <p:nvPr/>
        </p:nvSpPr>
        <p:spPr>
          <a:xfrm>
            <a:off x="3126798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99F2F51-B808-3B2D-5F3C-63DB76F3B699}"/>
              </a:ext>
            </a:extLst>
          </p:cNvPr>
          <p:cNvSpPr/>
          <p:nvPr/>
        </p:nvSpPr>
        <p:spPr>
          <a:xfrm>
            <a:off x="358743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FB42531-874D-0FB7-660D-95CA94DDA711}"/>
              </a:ext>
            </a:extLst>
          </p:cNvPr>
          <p:cNvSpPr/>
          <p:nvPr/>
        </p:nvSpPr>
        <p:spPr>
          <a:xfrm>
            <a:off x="4048083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3CEF57-6224-AF0D-052F-568EB035D492}"/>
              </a:ext>
            </a:extLst>
          </p:cNvPr>
          <p:cNvSpPr/>
          <p:nvPr/>
        </p:nvSpPr>
        <p:spPr>
          <a:xfrm>
            <a:off x="4508726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F2BD73-DDEE-7359-28DD-A4CB379A6E14}"/>
              </a:ext>
            </a:extLst>
          </p:cNvPr>
          <p:cNvSpPr/>
          <p:nvPr/>
        </p:nvSpPr>
        <p:spPr>
          <a:xfrm>
            <a:off x="4969369" y="3184974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5682941" y="207147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C086-845F-7CF8-93A5-7D06FDD5C2E9}"/>
              </a:ext>
            </a:extLst>
          </p:cNvPr>
          <p:cNvSpPr txBox="1"/>
          <p:nvPr/>
        </p:nvSpPr>
        <p:spPr>
          <a:xfrm>
            <a:off x="5666416" y="3254311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22188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10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5+8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B01884-AA66-2D4C-6209-D0A454957477}"/>
              </a:ext>
            </a:extLst>
          </p:cNvPr>
          <p:cNvSpPr/>
          <p:nvPr/>
        </p:nvSpPr>
        <p:spPr>
          <a:xfrm>
            <a:off x="502414" y="206133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A7F8B-5351-E389-3F02-2DEB11B50147}"/>
              </a:ext>
            </a:extLst>
          </p:cNvPr>
          <p:cNvSpPr txBox="1"/>
          <p:nvPr/>
        </p:nvSpPr>
        <p:spPr>
          <a:xfrm>
            <a:off x="108916" y="1486696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8799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44869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20551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66155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26798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8743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48083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508726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6936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1744869" y="207147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205512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2666155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126798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358743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048083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4508726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496936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5682941" y="2071471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+127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22188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10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5+8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BD71C-D3E4-65D3-6C02-64C43D4EC3BA}"/>
              </a:ext>
            </a:extLst>
          </p:cNvPr>
          <p:cNvSpPr/>
          <p:nvPr/>
        </p:nvSpPr>
        <p:spPr>
          <a:xfrm>
            <a:off x="1744869" y="3281088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D91DDE-4361-061D-EB2B-AB1C1132EC15}"/>
              </a:ext>
            </a:extLst>
          </p:cNvPr>
          <p:cNvSpPr/>
          <p:nvPr/>
        </p:nvSpPr>
        <p:spPr>
          <a:xfrm>
            <a:off x="2205512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DD6F2C-0319-515E-E175-FDEA8F7BACB3}"/>
              </a:ext>
            </a:extLst>
          </p:cNvPr>
          <p:cNvSpPr/>
          <p:nvPr/>
        </p:nvSpPr>
        <p:spPr>
          <a:xfrm>
            <a:off x="2666155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F276BB-9850-93E7-4467-61D3A719E258}"/>
              </a:ext>
            </a:extLst>
          </p:cNvPr>
          <p:cNvSpPr/>
          <p:nvPr/>
        </p:nvSpPr>
        <p:spPr>
          <a:xfrm>
            <a:off x="3126798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FAE904-1A68-0267-09CA-F0CB8AAF0865}"/>
              </a:ext>
            </a:extLst>
          </p:cNvPr>
          <p:cNvSpPr/>
          <p:nvPr/>
        </p:nvSpPr>
        <p:spPr>
          <a:xfrm>
            <a:off x="3587439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A42629-C40D-BE82-96C3-640FC933676F}"/>
              </a:ext>
            </a:extLst>
          </p:cNvPr>
          <p:cNvSpPr/>
          <p:nvPr/>
        </p:nvSpPr>
        <p:spPr>
          <a:xfrm>
            <a:off x="4048083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6092D1-FE45-7056-F774-A8A47630EA14}"/>
              </a:ext>
            </a:extLst>
          </p:cNvPr>
          <p:cNvSpPr/>
          <p:nvPr/>
        </p:nvSpPr>
        <p:spPr>
          <a:xfrm>
            <a:off x="4508726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60526A-64CB-F632-6BE5-24A801459294}"/>
              </a:ext>
            </a:extLst>
          </p:cNvPr>
          <p:cNvSpPr/>
          <p:nvPr/>
        </p:nvSpPr>
        <p:spPr>
          <a:xfrm>
            <a:off x="4969369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13BCDD-0923-A5DA-11A8-24ACED670A3A}"/>
              </a:ext>
            </a:extLst>
          </p:cNvPr>
          <p:cNvSpPr/>
          <p:nvPr/>
        </p:nvSpPr>
        <p:spPr>
          <a:xfrm>
            <a:off x="1744869" y="4168242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4E2331-194B-7B34-4652-A7366EE5EAC7}"/>
              </a:ext>
            </a:extLst>
          </p:cNvPr>
          <p:cNvSpPr/>
          <p:nvPr/>
        </p:nvSpPr>
        <p:spPr>
          <a:xfrm>
            <a:off x="2205512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EEDDF8-6E9F-8DDB-B20F-A83084F52605}"/>
              </a:ext>
            </a:extLst>
          </p:cNvPr>
          <p:cNvSpPr/>
          <p:nvPr/>
        </p:nvSpPr>
        <p:spPr>
          <a:xfrm>
            <a:off x="2666155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51309E-7CD3-2EE5-FF89-AF3E5C174EB3}"/>
              </a:ext>
            </a:extLst>
          </p:cNvPr>
          <p:cNvSpPr/>
          <p:nvPr/>
        </p:nvSpPr>
        <p:spPr>
          <a:xfrm>
            <a:off x="3126798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46B369-2A05-90F6-850A-7DCEE218E6DC}"/>
              </a:ext>
            </a:extLst>
          </p:cNvPr>
          <p:cNvSpPr/>
          <p:nvPr/>
        </p:nvSpPr>
        <p:spPr>
          <a:xfrm>
            <a:off x="3587439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68A68C-8204-695A-296B-2AB3C4347C4E}"/>
              </a:ext>
            </a:extLst>
          </p:cNvPr>
          <p:cNvSpPr/>
          <p:nvPr/>
        </p:nvSpPr>
        <p:spPr>
          <a:xfrm>
            <a:off x="4048083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23F26FF-34D1-5E42-B91D-5492BFBB6917}"/>
              </a:ext>
            </a:extLst>
          </p:cNvPr>
          <p:cNvSpPr/>
          <p:nvPr/>
        </p:nvSpPr>
        <p:spPr>
          <a:xfrm>
            <a:off x="4508726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9EB8B3-7E80-973C-70FF-8E18EAABADFD}"/>
              </a:ext>
            </a:extLst>
          </p:cNvPr>
          <p:cNvSpPr/>
          <p:nvPr/>
        </p:nvSpPr>
        <p:spPr>
          <a:xfrm>
            <a:off x="4969369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8357EAA-24A6-9D6D-E932-3C5B8A73565C}"/>
              </a:ext>
            </a:extLst>
          </p:cNvPr>
          <p:cNvCxnSpPr/>
          <p:nvPr/>
        </p:nvCxnSpPr>
        <p:spPr>
          <a:xfrm>
            <a:off x="1272448" y="3002096"/>
            <a:ext cx="4616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2C3F73-4D2E-C254-7DF1-BDD60A4960EC}"/>
              </a:ext>
            </a:extLst>
          </p:cNvPr>
          <p:cNvSpPr txBox="1"/>
          <p:nvPr/>
        </p:nvSpPr>
        <p:spPr>
          <a:xfrm>
            <a:off x="5789970" y="3419762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-127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DA477-AE36-E11A-94B6-B7D7F902130A}"/>
              </a:ext>
            </a:extLst>
          </p:cNvPr>
          <p:cNvSpPr txBox="1"/>
          <p:nvPr/>
        </p:nvSpPr>
        <p:spPr>
          <a:xfrm>
            <a:off x="5787601" y="4237579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-0</a:t>
            </a:r>
          </a:p>
        </p:txBody>
      </p:sp>
    </p:spTree>
    <p:extLst>
      <p:ext uri="{BB962C8B-B14F-4D97-AF65-F5344CB8AC3E}">
        <p14:creationId xmlns:p14="http://schemas.microsoft.com/office/powerpoint/2010/main" val="203136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44869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20551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66155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26798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8743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48083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508726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6936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189398-B5C9-3D47-A796-ADBD8DA4A9B5}"/>
              </a:ext>
            </a:extLst>
          </p:cNvPr>
          <p:cNvSpPr/>
          <p:nvPr/>
        </p:nvSpPr>
        <p:spPr>
          <a:xfrm>
            <a:off x="1744869" y="2071471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3CA4BEC-8233-4BFF-4EFE-6BB02CD13641}"/>
              </a:ext>
            </a:extLst>
          </p:cNvPr>
          <p:cNvSpPr/>
          <p:nvPr/>
        </p:nvSpPr>
        <p:spPr>
          <a:xfrm>
            <a:off x="2205512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6E5E3-70F8-D4D7-9AB9-690DC7D3755C}"/>
              </a:ext>
            </a:extLst>
          </p:cNvPr>
          <p:cNvSpPr/>
          <p:nvPr/>
        </p:nvSpPr>
        <p:spPr>
          <a:xfrm>
            <a:off x="2666155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6EACBCD-F5BA-4055-C163-E2E03561E7DC}"/>
              </a:ext>
            </a:extLst>
          </p:cNvPr>
          <p:cNvSpPr/>
          <p:nvPr/>
        </p:nvSpPr>
        <p:spPr>
          <a:xfrm>
            <a:off x="3126798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686D77D-EE79-B6BA-E909-A1A24275D678}"/>
              </a:ext>
            </a:extLst>
          </p:cNvPr>
          <p:cNvSpPr/>
          <p:nvPr/>
        </p:nvSpPr>
        <p:spPr>
          <a:xfrm>
            <a:off x="358743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1C0AD25-2B0E-393D-ED35-16105181DEC7}"/>
              </a:ext>
            </a:extLst>
          </p:cNvPr>
          <p:cNvSpPr/>
          <p:nvPr/>
        </p:nvSpPr>
        <p:spPr>
          <a:xfrm>
            <a:off x="4048083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92D745-E0E9-4C34-25E3-4422DFFE96C5}"/>
              </a:ext>
            </a:extLst>
          </p:cNvPr>
          <p:cNvSpPr/>
          <p:nvPr/>
        </p:nvSpPr>
        <p:spPr>
          <a:xfrm>
            <a:off x="4508726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8338670-493E-C29A-7B0D-A1CE33826CCB}"/>
              </a:ext>
            </a:extLst>
          </p:cNvPr>
          <p:cNvSpPr/>
          <p:nvPr/>
        </p:nvSpPr>
        <p:spPr>
          <a:xfrm>
            <a:off x="4969369" y="2071471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18844-84E2-2FD7-468F-FCCE80A6D548}"/>
              </a:ext>
            </a:extLst>
          </p:cNvPr>
          <p:cNvSpPr txBox="1"/>
          <p:nvPr/>
        </p:nvSpPr>
        <p:spPr>
          <a:xfrm>
            <a:off x="5682941" y="2071471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+127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22188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10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5+8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BD71C-D3E4-65D3-6C02-64C43D4EC3BA}"/>
              </a:ext>
            </a:extLst>
          </p:cNvPr>
          <p:cNvSpPr/>
          <p:nvPr/>
        </p:nvSpPr>
        <p:spPr>
          <a:xfrm>
            <a:off x="1744869" y="3281088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D91DDE-4361-061D-EB2B-AB1C1132EC15}"/>
              </a:ext>
            </a:extLst>
          </p:cNvPr>
          <p:cNvSpPr/>
          <p:nvPr/>
        </p:nvSpPr>
        <p:spPr>
          <a:xfrm>
            <a:off x="2205512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DD6F2C-0319-515E-E175-FDEA8F7BACB3}"/>
              </a:ext>
            </a:extLst>
          </p:cNvPr>
          <p:cNvSpPr/>
          <p:nvPr/>
        </p:nvSpPr>
        <p:spPr>
          <a:xfrm>
            <a:off x="2666155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F276BB-9850-93E7-4467-61D3A719E258}"/>
              </a:ext>
            </a:extLst>
          </p:cNvPr>
          <p:cNvSpPr/>
          <p:nvPr/>
        </p:nvSpPr>
        <p:spPr>
          <a:xfrm>
            <a:off x="3126798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FAE904-1A68-0267-09CA-F0CB8AAF0865}"/>
              </a:ext>
            </a:extLst>
          </p:cNvPr>
          <p:cNvSpPr/>
          <p:nvPr/>
        </p:nvSpPr>
        <p:spPr>
          <a:xfrm>
            <a:off x="3587439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A42629-C40D-BE82-96C3-640FC933676F}"/>
              </a:ext>
            </a:extLst>
          </p:cNvPr>
          <p:cNvSpPr/>
          <p:nvPr/>
        </p:nvSpPr>
        <p:spPr>
          <a:xfrm>
            <a:off x="4048083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6092D1-FE45-7056-F774-A8A47630EA14}"/>
              </a:ext>
            </a:extLst>
          </p:cNvPr>
          <p:cNvSpPr/>
          <p:nvPr/>
        </p:nvSpPr>
        <p:spPr>
          <a:xfrm>
            <a:off x="4508726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60526A-64CB-F632-6BE5-24A801459294}"/>
              </a:ext>
            </a:extLst>
          </p:cNvPr>
          <p:cNvSpPr/>
          <p:nvPr/>
        </p:nvSpPr>
        <p:spPr>
          <a:xfrm>
            <a:off x="4969369" y="3281088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13BCDD-0923-A5DA-11A8-24ACED670A3A}"/>
              </a:ext>
            </a:extLst>
          </p:cNvPr>
          <p:cNvSpPr/>
          <p:nvPr/>
        </p:nvSpPr>
        <p:spPr>
          <a:xfrm>
            <a:off x="1744869" y="4168242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4E2331-194B-7B34-4652-A7366EE5EAC7}"/>
              </a:ext>
            </a:extLst>
          </p:cNvPr>
          <p:cNvSpPr/>
          <p:nvPr/>
        </p:nvSpPr>
        <p:spPr>
          <a:xfrm>
            <a:off x="2205512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EEDDF8-6E9F-8DDB-B20F-A83084F52605}"/>
              </a:ext>
            </a:extLst>
          </p:cNvPr>
          <p:cNvSpPr/>
          <p:nvPr/>
        </p:nvSpPr>
        <p:spPr>
          <a:xfrm>
            <a:off x="2666155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51309E-7CD3-2EE5-FF89-AF3E5C174EB3}"/>
              </a:ext>
            </a:extLst>
          </p:cNvPr>
          <p:cNvSpPr/>
          <p:nvPr/>
        </p:nvSpPr>
        <p:spPr>
          <a:xfrm>
            <a:off x="3126798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46B369-2A05-90F6-850A-7DCEE218E6DC}"/>
              </a:ext>
            </a:extLst>
          </p:cNvPr>
          <p:cNvSpPr/>
          <p:nvPr/>
        </p:nvSpPr>
        <p:spPr>
          <a:xfrm>
            <a:off x="3587439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68A68C-8204-695A-296B-2AB3C4347C4E}"/>
              </a:ext>
            </a:extLst>
          </p:cNvPr>
          <p:cNvSpPr/>
          <p:nvPr/>
        </p:nvSpPr>
        <p:spPr>
          <a:xfrm>
            <a:off x="4048083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23F26FF-34D1-5E42-B91D-5492BFBB6917}"/>
              </a:ext>
            </a:extLst>
          </p:cNvPr>
          <p:cNvSpPr/>
          <p:nvPr/>
        </p:nvSpPr>
        <p:spPr>
          <a:xfrm>
            <a:off x="4508726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9EB8B3-7E80-973C-70FF-8E18EAABADFD}"/>
              </a:ext>
            </a:extLst>
          </p:cNvPr>
          <p:cNvSpPr/>
          <p:nvPr/>
        </p:nvSpPr>
        <p:spPr>
          <a:xfrm>
            <a:off x="4969369" y="4168242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8357EAA-24A6-9D6D-E932-3C5B8A73565C}"/>
              </a:ext>
            </a:extLst>
          </p:cNvPr>
          <p:cNvCxnSpPr/>
          <p:nvPr/>
        </p:nvCxnSpPr>
        <p:spPr>
          <a:xfrm>
            <a:off x="1272448" y="3002096"/>
            <a:ext cx="4616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2C3F73-4D2E-C254-7DF1-BDD60A4960EC}"/>
              </a:ext>
            </a:extLst>
          </p:cNvPr>
          <p:cNvSpPr txBox="1"/>
          <p:nvPr/>
        </p:nvSpPr>
        <p:spPr>
          <a:xfrm>
            <a:off x="5789970" y="3419762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-128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DA477-AE36-E11A-94B6-B7D7F902130A}"/>
              </a:ext>
            </a:extLst>
          </p:cNvPr>
          <p:cNvSpPr txBox="1"/>
          <p:nvPr/>
        </p:nvSpPr>
        <p:spPr>
          <a:xfrm>
            <a:off x="5789970" y="4237579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717747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44869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20551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66155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26798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87439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48083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508726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69369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22188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10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5+8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01B45F-CEB2-937E-C7E4-ED5CB0D0E239}"/>
              </a:ext>
            </a:extLst>
          </p:cNvPr>
          <p:cNvSpPr/>
          <p:nvPr/>
        </p:nvSpPr>
        <p:spPr>
          <a:xfrm>
            <a:off x="1744869" y="2544356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BD4DE8-2D5D-EA50-E751-3AE5E61DDD1E}"/>
              </a:ext>
            </a:extLst>
          </p:cNvPr>
          <p:cNvSpPr/>
          <p:nvPr/>
        </p:nvSpPr>
        <p:spPr>
          <a:xfrm>
            <a:off x="2205512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802D8E-EF55-F892-AF0A-238202768C9E}"/>
              </a:ext>
            </a:extLst>
          </p:cNvPr>
          <p:cNvSpPr/>
          <p:nvPr/>
        </p:nvSpPr>
        <p:spPr>
          <a:xfrm>
            <a:off x="2666155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D902A2-F0AB-B100-A721-0CB817525776}"/>
              </a:ext>
            </a:extLst>
          </p:cNvPr>
          <p:cNvSpPr/>
          <p:nvPr/>
        </p:nvSpPr>
        <p:spPr>
          <a:xfrm>
            <a:off x="3126798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B211715-15B0-C377-46EE-D34302033F2F}"/>
              </a:ext>
            </a:extLst>
          </p:cNvPr>
          <p:cNvSpPr/>
          <p:nvPr/>
        </p:nvSpPr>
        <p:spPr>
          <a:xfrm>
            <a:off x="3587439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080002-AC65-1C66-7246-41AA27DDC029}"/>
              </a:ext>
            </a:extLst>
          </p:cNvPr>
          <p:cNvSpPr/>
          <p:nvPr/>
        </p:nvSpPr>
        <p:spPr>
          <a:xfrm>
            <a:off x="4048083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6E0CFE-6324-7D95-B39F-2A86F7520C79}"/>
              </a:ext>
            </a:extLst>
          </p:cNvPr>
          <p:cNvSpPr/>
          <p:nvPr/>
        </p:nvSpPr>
        <p:spPr>
          <a:xfrm>
            <a:off x="4508726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38B38B-E2F5-C8A9-E14C-FAEEC8A67202}"/>
              </a:ext>
            </a:extLst>
          </p:cNvPr>
          <p:cNvSpPr/>
          <p:nvPr/>
        </p:nvSpPr>
        <p:spPr>
          <a:xfrm>
            <a:off x="4969369" y="254435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F82F885-7815-A68E-BCE6-C12C7B70CEE9}"/>
              </a:ext>
            </a:extLst>
          </p:cNvPr>
          <p:cNvGrpSpPr/>
          <p:nvPr/>
        </p:nvGrpSpPr>
        <p:grpSpPr>
          <a:xfrm>
            <a:off x="1871452" y="1838181"/>
            <a:ext cx="207475" cy="705626"/>
            <a:chOff x="6233965" y="2357063"/>
            <a:chExt cx="397417" cy="1351624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C12542F-0418-0F0C-29FD-16F85C155DE4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순서도: 병합 43">
              <a:extLst>
                <a:ext uri="{FF2B5EF4-FFF2-40B4-BE49-F238E27FC236}">
                  <a16:creationId xmlns:a16="http://schemas.microsoft.com/office/drawing/2014/main" id="{FA8DED2B-4255-6C7A-57BE-737A5595AC40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F505465-07D1-8893-482A-306F370EFC11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2AD2F3BC-E6F9-A547-AD55-9E34BD2D3AE9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DE1DABB-9ABA-AAB2-18DA-F825CABCD48B}"/>
              </a:ext>
            </a:extLst>
          </p:cNvPr>
          <p:cNvGrpSpPr/>
          <p:nvPr/>
        </p:nvGrpSpPr>
        <p:grpSpPr>
          <a:xfrm>
            <a:off x="2332095" y="1838181"/>
            <a:ext cx="207475" cy="705626"/>
            <a:chOff x="6233965" y="2357063"/>
            <a:chExt cx="397417" cy="1351624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089DA0F-9772-6F2C-9557-4F3AFC3751A1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순서도: 병합 49">
              <a:extLst>
                <a:ext uri="{FF2B5EF4-FFF2-40B4-BE49-F238E27FC236}">
                  <a16:creationId xmlns:a16="http://schemas.microsoft.com/office/drawing/2014/main" id="{48950D6E-57FC-0F4E-7427-C59D393DAC43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354E01E-1A54-921D-3C4F-E54954691E74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CE47C24-D1E3-0CE5-3A45-4B4A6D263632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482A0B1-23C9-0E49-6D2C-F327B50BF5E2}"/>
              </a:ext>
            </a:extLst>
          </p:cNvPr>
          <p:cNvGrpSpPr/>
          <p:nvPr/>
        </p:nvGrpSpPr>
        <p:grpSpPr>
          <a:xfrm>
            <a:off x="2792738" y="1838181"/>
            <a:ext cx="207475" cy="705626"/>
            <a:chOff x="6233965" y="2357063"/>
            <a:chExt cx="397417" cy="1351624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7ADFB9C-4E08-B85B-206A-DB096475F102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순서도: 병합 54">
              <a:extLst>
                <a:ext uri="{FF2B5EF4-FFF2-40B4-BE49-F238E27FC236}">
                  <a16:creationId xmlns:a16="http://schemas.microsoft.com/office/drawing/2014/main" id="{B525479F-85BE-4FA0-5E7A-7988A1EE38EF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1E1B930-B628-6138-3DB1-9FD2012389D6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E12C02A-A47A-1780-00B2-792AE94460DE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B6910C7-55A2-99DF-8269-A3BC3B18D968}"/>
              </a:ext>
            </a:extLst>
          </p:cNvPr>
          <p:cNvGrpSpPr/>
          <p:nvPr/>
        </p:nvGrpSpPr>
        <p:grpSpPr>
          <a:xfrm>
            <a:off x="3253381" y="1838181"/>
            <a:ext cx="207475" cy="705626"/>
            <a:chOff x="6233965" y="2357063"/>
            <a:chExt cx="397417" cy="1351624"/>
          </a:xfrm>
        </p:grpSpPr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D6402D1D-3385-4D74-32AD-A7DA068129D4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순서도: 병합 59">
              <a:extLst>
                <a:ext uri="{FF2B5EF4-FFF2-40B4-BE49-F238E27FC236}">
                  <a16:creationId xmlns:a16="http://schemas.microsoft.com/office/drawing/2014/main" id="{5275CB2C-5313-BC5F-F9AF-4F6AB3163530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E0EEDC7F-0581-22CD-14E5-06CE3FA0C8CF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F1042DC-3735-EB07-DE1B-029E91A89937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0D8B98A-D6BC-C19F-21B2-8007DFC2F56B}"/>
              </a:ext>
            </a:extLst>
          </p:cNvPr>
          <p:cNvGrpSpPr/>
          <p:nvPr/>
        </p:nvGrpSpPr>
        <p:grpSpPr>
          <a:xfrm>
            <a:off x="3714024" y="1838181"/>
            <a:ext cx="207475" cy="705626"/>
            <a:chOff x="6233965" y="2357063"/>
            <a:chExt cx="397417" cy="135162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46D3253-9EB5-286B-4A16-D570CC258661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순서도: 병합 64">
              <a:extLst>
                <a:ext uri="{FF2B5EF4-FFF2-40B4-BE49-F238E27FC236}">
                  <a16:creationId xmlns:a16="http://schemas.microsoft.com/office/drawing/2014/main" id="{37C86DD5-2565-4B5F-AE4C-C92CE3DFB730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FCCAC9B-B84D-1676-7277-04B3BA083FC2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A2FBD81F-37D3-B717-4F5E-95B0A8E0EA8F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8513C43-A710-EB39-0675-58FDBFA81103}"/>
              </a:ext>
            </a:extLst>
          </p:cNvPr>
          <p:cNvGrpSpPr/>
          <p:nvPr/>
        </p:nvGrpSpPr>
        <p:grpSpPr>
          <a:xfrm>
            <a:off x="4174667" y="1838181"/>
            <a:ext cx="207475" cy="705626"/>
            <a:chOff x="6233965" y="2357063"/>
            <a:chExt cx="397417" cy="1351624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6D1F0A3-427C-BC59-49DD-6A05E10E64FF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순서도: 병합 69">
              <a:extLst>
                <a:ext uri="{FF2B5EF4-FFF2-40B4-BE49-F238E27FC236}">
                  <a16:creationId xmlns:a16="http://schemas.microsoft.com/office/drawing/2014/main" id="{DA4951C2-6C9B-D166-F1EC-C916C9673027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6A96E247-CF74-12C3-E0AE-31CACE78A328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A273A162-9E60-8A76-1F32-8862A7173DDB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C61F1FA-BA02-3EE3-B677-34108D60BE97}"/>
              </a:ext>
            </a:extLst>
          </p:cNvPr>
          <p:cNvGrpSpPr/>
          <p:nvPr/>
        </p:nvGrpSpPr>
        <p:grpSpPr>
          <a:xfrm>
            <a:off x="4635310" y="1838181"/>
            <a:ext cx="207475" cy="705626"/>
            <a:chOff x="6233965" y="2357063"/>
            <a:chExt cx="397417" cy="1351624"/>
          </a:xfrm>
        </p:grpSpPr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417C9B60-A726-72AF-9D8C-A4DF0F0ED813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순서도: 병합 82">
              <a:extLst>
                <a:ext uri="{FF2B5EF4-FFF2-40B4-BE49-F238E27FC236}">
                  <a16:creationId xmlns:a16="http://schemas.microsoft.com/office/drawing/2014/main" id="{194516DC-DFBE-A82D-7C1D-89326259F83B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124F1DEC-6E8C-E771-6034-F2F46B9C1E62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4451B2B5-4656-3CED-ED66-674BD2A32452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CFCFA4D1-E642-FE4D-7C8C-454AC6F408E1}"/>
              </a:ext>
            </a:extLst>
          </p:cNvPr>
          <p:cNvGrpSpPr/>
          <p:nvPr/>
        </p:nvGrpSpPr>
        <p:grpSpPr>
          <a:xfrm>
            <a:off x="5095953" y="1838181"/>
            <a:ext cx="207475" cy="705626"/>
            <a:chOff x="6233965" y="2357063"/>
            <a:chExt cx="397417" cy="1351624"/>
          </a:xfrm>
        </p:grpSpPr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5A2831D-8703-995E-5609-007D11E9FDB5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순서도: 병합 87">
              <a:extLst>
                <a:ext uri="{FF2B5EF4-FFF2-40B4-BE49-F238E27FC236}">
                  <a16:creationId xmlns:a16="http://schemas.microsoft.com/office/drawing/2014/main" id="{D9DB16FD-B968-597E-3106-DEC01B7A611F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6A69A9BF-A720-7E7E-0434-9CB6F7C944EE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5629C814-C966-6CE6-4D1E-46FB851E8513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54C9DA1-5D91-E7C1-5B5C-86838F38545C}"/>
              </a:ext>
            </a:extLst>
          </p:cNvPr>
          <p:cNvSpPr/>
          <p:nvPr/>
        </p:nvSpPr>
        <p:spPr>
          <a:xfrm>
            <a:off x="4972859" y="3354239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532B33-3E8A-AABB-7903-239743499120}"/>
              </a:ext>
            </a:extLst>
          </p:cNvPr>
          <p:cNvSpPr txBox="1"/>
          <p:nvPr/>
        </p:nvSpPr>
        <p:spPr>
          <a:xfrm>
            <a:off x="1220488" y="334638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D777C5F-5932-D649-3FDB-123A09AF86DB}"/>
              </a:ext>
            </a:extLst>
          </p:cNvPr>
          <p:cNvCxnSpPr/>
          <p:nvPr/>
        </p:nvCxnSpPr>
        <p:spPr>
          <a:xfrm>
            <a:off x="1220488" y="4164337"/>
            <a:ext cx="4935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064A5AE-5F5A-4E94-8991-C21321E5B079}"/>
              </a:ext>
            </a:extLst>
          </p:cNvPr>
          <p:cNvSpPr/>
          <p:nvPr/>
        </p:nvSpPr>
        <p:spPr>
          <a:xfrm>
            <a:off x="1786020" y="4435346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F0A0461-FFE3-CB54-0BF4-782BF2DA877B}"/>
              </a:ext>
            </a:extLst>
          </p:cNvPr>
          <p:cNvSpPr/>
          <p:nvPr/>
        </p:nvSpPr>
        <p:spPr>
          <a:xfrm>
            <a:off x="2246663" y="443534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A8D2C9B-8220-FDBE-4702-D55418DD516F}"/>
              </a:ext>
            </a:extLst>
          </p:cNvPr>
          <p:cNvSpPr/>
          <p:nvPr/>
        </p:nvSpPr>
        <p:spPr>
          <a:xfrm>
            <a:off x="2707306" y="443534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03E5976-86D9-AA7C-199E-0E5A52162EB2}"/>
              </a:ext>
            </a:extLst>
          </p:cNvPr>
          <p:cNvSpPr/>
          <p:nvPr/>
        </p:nvSpPr>
        <p:spPr>
          <a:xfrm>
            <a:off x="3167949" y="4435346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0DA15B6-21BD-DB79-B40F-5BDE8D44F0C6}"/>
              </a:ext>
            </a:extLst>
          </p:cNvPr>
          <p:cNvSpPr/>
          <p:nvPr/>
        </p:nvSpPr>
        <p:spPr>
          <a:xfrm>
            <a:off x="3628590" y="4435346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05B95BB-2966-6F9B-84B6-4EA1A5525E66}"/>
              </a:ext>
            </a:extLst>
          </p:cNvPr>
          <p:cNvSpPr/>
          <p:nvPr/>
        </p:nvSpPr>
        <p:spPr>
          <a:xfrm>
            <a:off x="4089234" y="4435346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8A70B0D-41AA-8AEC-F1A3-CF993EE2EC02}"/>
              </a:ext>
            </a:extLst>
          </p:cNvPr>
          <p:cNvSpPr/>
          <p:nvPr/>
        </p:nvSpPr>
        <p:spPr>
          <a:xfrm>
            <a:off x="4549877" y="4435346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C34813-B9AE-E0D9-0898-840ADDA203C6}"/>
              </a:ext>
            </a:extLst>
          </p:cNvPr>
          <p:cNvSpPr/>
          <p:nvPr/>
        </p:nvSpPr>
        <p:spPr>
          <a:xfrm>
            <a:off x="5010520" y="4435346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81C5E0-1B9A-35C3-1E0C-179DB110DB0A}"/>
              </a:ext>
            </a:extLst>
          </p:cNvPr>
          <p:cNvSpPr txBox="1"/>
          <p:nvPr/>
        </p:nvSpPr>
        <p:spPr>
          <a:xfrm>
            <a:off x="5707567" y="4504683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-8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16C9F7DF-C3AC-9205-07D5-339BAD60D0A5}"/>
              </a:ext>
            </a:extLst>
          </p:cNvPr>
          <p:cNvSpPr/>
          <p:nvPr/>
        </p:nvSpPr>
        <p:spPr>
          <a:xfrm flipH="1">
            <a:off x="3714024" y="702347"/>
            <a:ext cx="1560909" cy="34646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2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11549" y="198303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27A3C-9406-1183-1BA5-E7D652C07713}"/>
              </a:ext>
            </a:extLst>
          </p:cNvPr>
          <p:cNvSpPr/>
          <p:nvPr/>
        </p:nvSpPr>
        <p:spPr>
          <a:xfrm>
            <a:off x="1719603" y="118431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A0BEF6-48E4-9D74-189F-46BE761BE641}"/>
              </a:ext>
            </a:extLst>
          </p:cNvPr>
          <p:cNvSpPr/>
          <p:nvPr/>
        </p:nvSpPr>
        <p:spPr>
          <a:xfrm>
            <a:off x="2180246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251AF4-5372-4967-F168-452D47F5F8FB}"/>
              </a:ext>
            </a:extLst>
          </p:cNvPr>
          <p:cNvSpPr/>
          <p:nvPr/>
        </p:nvSpPr>
        <p:spPr>
          <a:xfrm>
            <a:off x="2640889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9ADF20-DA67-548F-599C-D204007DF768}"/>
              </a:ext>
            </a:extLst>
          </p:cNvPr>
          <p:cNvSpPr/>
          <p:nvPr/>
        </p:nvSpPr>
        <p:spPr>
          <a:xfrm>
            <a:off x="3101532" y="118431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C0456E-AC4D-94CE-BEF0-391E18804135}"/>
              </a:ext>
            </a:extLst>
          </p:cNvPr>
          <p:cNvSpPr/>
          <p:nvPr/>
        </p:nvSpPr>
        <p:spPr>
          <a:xfrm>
            <a:off x="3562173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BBBF1-2063-A019-3AD7-7542A3F68805}"/>
              </a:ext>
            </a:extLst>
          </p:cNvPr>
          <p:cNvSpPr/>
          <p:nvPr/>
        </p:nvSpPr>
        <p:spPr>
          <a:xfrm>
            <a:off x="4022817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72BFD-EAB4-A241-3AC2-362E5BD101A0}"/>
              </a:ext>
            </a:extLst>
          </p:cNvPr>
          <p:cNvSpPr/>
          <p:nvPr/>
        </p:nvSpPr>
        <p:spPr>
          <a:xfrm>
            <a:off x="4483460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3CED00-4095-E8F7-5607-953F5C795191}"/>
              </a:ext>
            </a:extLst>
          </p:cNvPr>
          <p:cNvSpPr/>
          <p:nvPr/>
        </p:nvSpPr>
        <p:spPr>
          <a:xfrm>
            <a:off x="4944103" y="118431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3FB8-6D3D-C180-EE83-57DA07B68DEE}"/>
              </a:ext>
            </a:extLst>
          </p:cNvPr>
          <p:cNvSpPr txBox="1"/>
          <p:nvPr/>
        </p:nvSpPr>
        <p:spPr>
          <a:xfrm>
            <a:off x="5685310" y="1253654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+8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08DDB-7084-407D-78F4-FCB4D1A1D87E}"/>
              </a:ext>
            </a:extLst>
          </p:cNvPr>
          <p:cNvSpPr txBox="1"/>
          <p:nvPr/>
        </p:nvSpPr>
        <p:spPr>
          <a:xfrm>
            <a:off x="7227597" y="269912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200">
                <a:latin typeface="Consolas" panose="020B0609020204030204" pitchFamily="49" charset="0"/>
              </a:rPr>
              <a:t>중국수학 </a:t>
            </a:r>
            <a:r>
              <a:rPr lang="en-US" altLang="ko-KR" sz="3200">
                <a:latin typeface="Consolas" panose="020B0609020204030204" pitchFamily="49" charset="0"/>
              </a:rPr>
              <a:t>(n</a:t>
            </a:r>
            <a:r>
              <a:rPr lang="ko-KR" altLang="en-US" sz="3200">
                <a:latin typeface="Consolas" panose="020B0609020204030204" pitchFamily="49" charset="0"/>
              </a:rPr>
              <a:t>의 보수</a:t>
            </a:r>
            <a:r>
              <a:rPr lang="en-US" altLang="ko-KR" sz="3200">
                <a:latin typeface="Consolas" panose="020B0609020204030204" pitchFamily="49" charset="0"/>
              </a:rPr>
              <a:t>)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BD326-21C6-2ED5-CFC1-FA5520402390}"/>
              </a:ext>
            </a:extLst>
          </p:cNvPr>
          <p:cNvSpPr txBox="1"/>
          <p:nvPr/>
        </p:nvSpPr>
        <p:spPr>
          <a:xfrm>
            <a:off x="7640730" y="1218985"/>
            <a:ext cx="22188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10 = 2+x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5+8 =&gt; 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3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F82F885-7815-A68E-BCE6-C12C7B70CEE9}"/>
              </a:ext>
            </a:extLst>
          </p:cNvPr>
          <p:cNvGrpSpPr/>
          <p:nvPr/>
        </p:nvGrpSpPr>
        <p:grpSpPr>
          <a:xfrm>
            <a:off x="1871452" y="1838181"/>
            <a:ext cx="207475" cy="705626"/>
            <a:chOff x="6233965" y="2357063"/>
            <a:chExt cx="397417" cy="1351624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C12542F-0418-0F0C-29FD-16F85C155DE4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순서도: 병합 43">
              <a:extLst>
                <a:ext uri="{FF2B5EF4-FFF2-40B4-BE49-F238E27FC236}">
                  <a16:creationId xmlns:a16="http://schemas.microsoft.com/office/drawing/2014/main" id="{FA8DED2B-4255-6C7A-57BE-737A5595AC40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F505465-07D1-8893-482A-306F370EFC11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2AD2F3BC-E6F9-A547-AD55-9E34BD2D3AE9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DE1DABB-9ABA-AAB2-18DA-F825CABCD48B}"/>
              </a:ext>
            </a:extLst>
          </p:cNvPr>
          <p:cNvGrpSpPr/>
          <p:nvPr/>
        </p:nvGrpSpPr>
        <p:grpSpPr>
          <a:xfrm>
            <a:off x="2332095" y="1838181"/>
            <a:ext cx="207475" cy="705626"/>
            <a:chOff x="6233965" y="2357063"/>
            <a:chExt cx="397417" cy="1351624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089DA0F-9772-6F2C-9557-4F3AFC3751A1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순서도: 병합 49">
              <a:extLst>
                <a:ext uri="{FF2B5EF4-FFF2-40B4-BE49-F238E27FC236}">
                  <a16:creationId xmlns:a16="http://schemas.microsoft.com/office/drawing/2014/main" id="{48950D6E-57FC-0F4E-7427-C59D393DAC43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354E01E-1A54-921D-3C4F-E54954691E74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CE47C24-D1E3-0CE5-3A45-4B4A6D263632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482A0B1-23C9-0E49-6D2C-F327B50BF5E2}"/>
              </a:ext>
            </a:extLst>
          </p:cNvPr>
          <p:cNvGrpSpPr/>
          <p:nvPr/>
        </p:nvGrpSpPr>
        <p:grpSpPr>
          <a:xfrm>
            <a:off x="2792738" y="1838181"/>
            <a:ext cx="207475" cy="705626"/>
            <a:chOff x="6233965" y="2357063"/>
            <a:chExt cx="397417" cy="1351624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7ADFB9C-4E08-B85B-206A-DB096475F102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순서도: 병합 54">
              <a:extLst>
                <a:ext uri="{FF2B5EF4-FFF2-40B4-BE49-F238E27FC236}">
                  <a16:creationId xmlns:a16="http://schemas.microsoft.com/office/drawing/2014/main" id="{B525479F-85BE-4FA0-5E7A-7988A1EE38EF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1E1B930-B628-6138-3DB1-9FD2012389D6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E12C02A-A47A-1780-00B2-792AE94460DE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B6910C7-55A2-99DF-8269-A3BC3B18D968}"/>
              </a:ext>
            </a:extLst>
          </p:cNvPr>
          <p:cNvGrpSpPr/>
          <p:nvPr/>
        </p:nvGrpSpPr>
        <p:grpSpPr>
          <a:xfrm>
            <a:off x="3253381" y="1838181"/>
            <a:ext cx="207475" cy="705626"/>
            <a:chOff x="6233965" y="2357063"/>
            <a:chExt cx="397417" cy="1351624"/>
          </a:xfrm>
        </p:grpSpPr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D6402D1D-3385-4D74-32AD-A7DA068129D4}"/>
                </a:ext>
              </a:extLst>
            </p:cNvPr>
            <p:cNvCxnSpPr/>
            <p:nvPr/>
          </p:nvCxnSpPr>
          <p:spPr>
            <a:xfrm>
              <a:off x="6439359" y="2357063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순서도: 병합 59">
              <a:extLst>
                <a:ext uri="{FF2B5EF4-FFF2-40B4-BE49-F238E27FC236}">
                  <a16:creationId xmlns:a16="http://schemas.microsoft.com/office/drawing/2014/main" id="{5275CB2C-5313-BC5F-F9AF-4F6AB3163530}"/>
                </a:ext>
              </a:extLst>
            </p:cNvPr>
            <p:cNvSpPr/>
            <p:nvPr/>
          </p:nvSpPr>
          <p:spPr>
            <a:xfrm>
              <a:off x="6233965" y="2800260"/>
              <a:ext cx="397417" cy="363557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E0EEDC7F-0581-22CD-14E5-06CE3FA0C8CF}"/>
                </a:ext>
              </a:extLst>
            </p:cNvPr>
            <p:cNvSpPr/>
            <p:nvPr/>
          </p:nvSpPr>
          <p:spPr>
            <a:xfrm>
              <a:off x="6384275" y="3149814"/>
              <a:ext cx="115677" cy="115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F1042DC-3735-EB07-DE1B-029E91A89937}"/>
                </a:ext>
              </a:extLst>
            </p:cNvPr>
            <p:cNvCxnSpPr/>
            <p:nvPr/>
          </p:nvCxnSpPr>
          <p:spPr>
            <a:xfrm>
              <a:off x="6450376" y="3251487"/>
              <a:ext cx="0" cy="457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064A5AE-5F5A-4E94-8991-C21321E5B079}"/>
              </a:ext>
            </a:extLst>
          </p:cNvPr>
          <p:cNvSpPr/>
          <p:nvPr/>
        </p:nvSpPr>
        <p:spPr>
          <a:xfrm>
            <a:off x="1719603" y="2543807"/>
            <a:ext cx="460643" cy="65411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F0A0461-FFE3-CB54-0BF4-782BF2DA877B}"/>
              </a:ext>
            </a:extLst>
          </p:cNvPr>
          <p:cNvSpPr/>
          <p:nvPr/>
        </p:nvSpPr>
        <p:spPr>
          <a:xfrm>
            <a:off x="2180246" y="254380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A8D2C9B-8220-FDBE-4702-D55418DD516F}"/>
              </a:ext>
            </a:extLst>
          </p:cNvPr>
          <p:cNvSpPr/>
          <p:nvPr/>
        </p:nvSpPr>
        <p:spPr>
          <a:xfrm>
            <a:off x="2640889" y="254380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03E5976-86D9-AA7C-199E-0E5A52162EB2}"/>
              </a:ext>
            </a:extLst>
          </p:cNvPr>
          <p:cNvSpPr/>
          <p:nvPr/>
        </p:nvSpPr>
        <p:spPr>
          <a:xfrm>
            <a:off x="3101532" y="2543807"/>
            <a:ext cx="460643" cy="654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0DA15B6-21BD-DB79-B40F-5BDE8D44F0C6}"/>
              </a:ext>
            </a:extLst>
          </p:cNvPr>
          <p:cNvSpPr/>
          <p:nvPr/>
        </p:nvSpPr>
        <p:spPr>
          <a:xfrm>
            <a:off x="3562173" y="254380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05B95BB-2966-6F9B-84B6-4EA1A5525E66}"/>
              </a:ext>
            </a:extLst>
          </p:cNvPr>
          <p:cNvSpPr/>
          <p:nvPr/>
        </p:nvSpPr>
        <p:spPr>
          <a:xfrm>
            <a:off x="4022817" y="254380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8A70B0D-41AA-8AEC-F1A3-CF993EE2EC02}"/>
              </a:ext>
            </a:extLst>
          </p:cNvPr>
          <p:cNvSpPr/>
          <p:nvPr/>
        </p:nvSpPr>
        <p:spPr>
          <a:xfrm>
            <a:off x="4483460" y="254380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FC34813-B9AE-E0D9-0898-840ADDA203C6}"/>
              </a:ext>
            </a:extLst>
          </p:cNvPr>
          <p:cNvSpPr/>
          <p:nvPr/>
        </p:nvSpPr>
        <p:spPr>
          <a:xfrm>
            <a:off x="4944103" y="2543807"/>
            <a:ext cx="460643" cy="65411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81C5E0-1B9A-35C3-1E0C-179DB110DB0A}"/>
              </a:ext>
            </a:extLst>
          </p:cNvPr>
          <p:cNvSpPr txBox="1"/>
          <p:nvPr/>
        </p:nvSpPr>
        <p:spPr>
          <a:xfrm>
            <a:off x="5641150" y="2613144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-8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16C9F7DF-C3AC-9205-07D5-339BAD60D0A5}"/>
              </a:ext>
            </a:extLst>
          </p:cNvPr>
          <p:cNvSpPr/>
          <p:nvPr/>
        </p:nvSpPr>
        <p:spPr>
          <a:xfrm flipH="1">
            <a:off x="3714024" y="702347"/>
            <a:ext cx="1560909" cy="34646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B82CF0C-18F7-1ED6-3114-ED9383FC99F7}"/>
              </a:ext>
            </a:extLst>
          </p:cNvPr>
          <p:cNvCxnSpPr>
            <a:cxnSpLocks/>
            <a:stCxn id="27" idx="2"/>
            <a:endCxn id="98" idx="0"/>
          </p:cNvCxnSpPr>
          <p:nvPr/>
        </p:nvCxnSpPr>
        <p:spPr>
          <a:xfrm>
            <a:off x="3792495" y="1838429"/>
            <a:ext cx="0" cy="705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BE07E06-CF6A-F553-52C6-501AB011D8B6}"/>
              </a:ext>
            </a:extLst>
          </p:cNvPr>
          <p:cNvCxnSpPr>
            <a:cxnSpLocks/>
            <a:stCxn id="28" idx="2"/>
            <a:endCxn id="99" idx="0"/>
          </p:cNvCxnSpPr>
          <p:nvPr/>
        </p:nvCxnSpPr>
        <p:spPr>
          <a:xfrm>
            <a:off x="4253139" y="1838429"/>
            <a:ext cx="0" cy="705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7ED3432-2B16-B100-D0D5-0D21E12C2D0B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713782" y="1837933"/>
            <a:ext cx="19633" cy="705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499500-C039-89C3-63F9-57682C580791}"/>
              </a:ext>
            </a:extLst>
          </p:cNvPr>
          <p:cNvCxnSpPr>
            <a:cxnSpLocks/>
            <a:endCxn id="101" idx="0"/>
          </p:cNvCxnSpPr>
          <p:nvPr/>
        </p:nvCxnSpPr>
        <p:spPr>
          <a:xfrm flipH="1">
            <a:off x="5174425" y="1837685"/>
            <a:ext cx="16817" cy="7061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55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760697" y="341522"/>
            <a:ext cx="877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char c = 0xff;     // 11111111  =&gt; 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012AA-9BD5-5858-9BB1-98308E409D78}"/>
              </a:ext>
            </a:extLst>
          </p:cNvPr>
          <p:cNvSpPr txBox="1"/>
          <p:nvPr/>
        </p:nvSpPr>
        <p:spPr>
          <a:xfrm>
            <a:off x="760697" y="1090669"/>
            <a:ext cx="1103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short s = 0xfffc;  // 1111 1111 1111 1100  =&gt; -4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D2DC1F-CB34-FA5E-D9B0-8118FAE67816}"/>
              </a:ext>
            </a:extLst>
          </p:cNvPr>
          <p:cNvSpPr txBox="1"/>
          <p:nvPr/>
        </p:nvSpPr>
        <p:spPr>
          <a:xfrm>
            <a:off x="760697" y="1839816"/>
            <a:ext cx="8999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int i = 0xfffffffe; // 1111 1110  =&gt; -2</a:t>
            </a:r>
          </a:p>
        </p:txBody>
      </p:sp>
    </p:spTree>
    <p:extLst>
      <p:ext uri="{BB962C8B-B14F-4D97-AF65-F5344CB8AC3E}">
        <p14:creationId xmlns:p14="http://schemas.microsoft.com/office/powerpoint/2010/main" val="421633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760697" y="341522"/>
            <a:ext cx="3575018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typedef struct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char ch:2;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}BIT;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BIT b;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b.ch = 3;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if( b.ch == 3 )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...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2FF728-8A05-CA8E-00FE-998D4A9F1036}"/>
              </a:ext>
            </a:extLst>
          </p:cNvPr>
          <p:cNvSpPr/>
          <p:nvPr/>
        </p:nvSpPr>
        <p:spPr>
          <a:xfrm>
            <a:off x="5695720" y="809740"/>
            <a:ext cx="550844" cy="7160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AF6C23-68C3-9B64-CE7C-0D2E729E089E}"/>
              </a:ext>
            </a:extLst>
          </p:cNvPr>
          <p:cNvSpPr/>
          <p:nvPr/>
        </p:nvSpPr>
        <p:spPr>
          <a:xfrm>
            <a:off x="6250236" y="809740"/>
            <a:ext cx="550844" cy="7160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C93D2-0B3C-A2E9-5414-C3308D870165}"/>
              </a:ext>
            </a:extLst>
          </p:cNvPr>
          <p:cNvSpPr txBox="1"/>
          <p:nvPr/>
        </p:nvSpPr>
        <p:spPr>
          <a:xfrm>
            <a:off x="5723263" y="38008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63750-A4B0-1163-1C7D-A32477A17BF5}"/>
              </a:ext>
            </a:extLst>
          </p:cNvPr>
          <p:cNvSpPr txBox="1"/>
          <p:nvPr/>
        </p:nvSpPr>
        <p:spPr>
          <a:xfrm>
            <a:off x="7271133" y="96773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432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A37AC-0181-4FE5-72B0-81101D000FEF}"/>
              </a:ext>
            </a:extLst>
          </p:cNvPr>
          <p:cNvSpPr txBox="1"/>
          <p:nvPr/>
        </p:nvSpPr>
        <p:spPr>
          <a:xfrm>
            <a:off x="760697" y="341522"/>
            <a:ext cx="3575018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typedef struct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char ch:1;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}BIT;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BIT b;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b.ch = 1;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if( b.ch == 1 )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...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2FF728-8A05-CA8E-00FE-998D4A9F1036}"/>
              </a:ext>
            </a:extLst>
          </p:cNvPr>
          <p:cNvSpPr/>
          <p:nvPr/>
        </p:nvSpPr>
        <p:spPr>
          <a:xfrm>
            <a:off x="5610706" y="809740"/>
            <a:ext cx="550844" cy="7160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C93D2-0B3C-A2E9-5414-C3308D870165}"/>
              </a:ext>
            </a:extLst>
          </p:cNvPr>
          <p:cNvSpPr txBox="1"/>
          <p:nvPr/>
        </p:nvSpPr>
        <p:spPr>
          <a:xfrm>
            <a:off x="5723263" y="38008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63750-A4B0-1163-1C7D-A32477A17BF5}"/>
              </a:ext>
            </a:extLst>
          </p:cNvPr>
          <p:cNvSpPr txBox="1"/>
          <p:nvPr/>
        </p:nvSpPr>
        <p:spPr>
          <a:xfrm>
            <a:off x="7271133" y="96773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0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10.25f;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234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33194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68681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704168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39655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75142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810629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46116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81603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9170904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52577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88064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23551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59038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94525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30012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654993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47269D-D0FC-96C2-98A8-A7968B7F01C0}"/>
              </a:ext>
            </a:extLst>
          </p:cNvPr>
          <p:cNvSpPr txBox="1"/>
          <p:nvPr/>
        </p:nvSpPr>
        <p:spPr>
          <a:xfrm>
            <a:off x="7556277" y="144966"/>
            <a:ext cx="10310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0.25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------</a:t>
            </a:r>
          </a:p>
          <a:p>
            <a:pPr algn="l"/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000">
                <a:latin typeface="Consolas" panose="020B0609020204030204" pitchFamily="49" charset="0"/>
              </a:rPr>
              <a:t>.5</a:t>
            </a:r>
          </a:p>
          <a:p>
            <a:pPr algn="l"/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.0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458B68D-DEAC-9F33-BCC2-7B0567977F1B}"/>
              </a:ext>
            </a:extLst>
          </p:cNvPr>
          <p:cNvCxnSpPr>
            <a:stCxn id="41" idx="1"/>
          </p:cNvCxnSpPr>
          <p:nvPr/>
        </p:nvCxnSpPr>
        <p:spPr>
          <a:xfrm>
            <a:off x="7556277" y="806686"/>
            <a:ext cx="0" cy="531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87961C-65A6-62F1-3439-4DB847F6BB6B}"/>
              </a:ext>
            </a:extLst>
          </p:cNvPr>
          <p:cNvSpPr txBox="1"/>
          <p:nvPr/>
        </p:nvSpPr>
        <p:spPr>
          <a:xfrm>
            <a:off x="6030488" y="3304380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3684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고정소수점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4C3AC-D3B5-D97E-A873-3D159B11ACA8}"/>
              </a:ext>
            </a:extLst>
          </p:cNvPr>
          <p:cNvSpPr txBox="1"/>
          <p:nvPr/>
        </p:nvSpPr>
        <p:spPr>
          <a:xfrm>
            <a:off x="1632817" y="4384608"/>
            <a:ext cx="91504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문제점 </a:t>
            </a:r>
            <a:r>
              <a:rPr lang="en-US" altLang="ko-KR" sz="2800">
                <a:latin typeface="Consolas" panose="020B0609020204030204" pitchFamily="49" charset="0"/>
              </a:rPr>
              <a:t>: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1. </a:t>
            </a:r>
            <a:r>
              <a:rPr lang="ko-KR" altLang="en-US" sz="2800">
                <a:latin typeface="Consolas" panose="020B0609020204030204" pitchFamily="49" charset="0"/>
              </a:rPr>
              <a:t>매우 큰수를 표현 할 수 없다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2. </a:t>
            </a:r>
            <a:r>
              <a:rPr lang="ko-KR" altLang="en-US" sz="2800">
                <a:latin typeface="Consolas" panose="020B0609020204030204" pitchFamily="49" charset="0"/>
              </a:rPr>
              <a:t>매우 정밀한 수를 표현 할 수 없다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441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10.25f;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33619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69106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04593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4008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7556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1105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4654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 =&gt; 0.101001*2^4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4C3AC-D3B5-D97E-A873-3D159B11ACA8}"/>
              </a:ext>
            </a:extLst>
          </p:cNvPr>
          <p:cNvSpPr txBox="1"/>
          <p:nvPr/>
        </p:nvSpPr>
        <p:spPr>
          <a:xfrm>
            <a:off x="1744597" y="4752540"/>
            <a:ext cx="91504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문제점 </a:t>
            </a:r>
            <a:r>
              <a:rPr lang="en-US" altLang="ko-KR" sz="2800">
                <a:latin typeface="Consolas" panose="020B0609020204030204" pitchFamily="49" charset="0"/>
              </a:rPr>
              <a:t>: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1. </a:t>
            </a:r>
            <a:r>
              <a:rPr lang="ko-KR" altLang="en-US" sz="2800">
                <a:latin typeface="Consolas" panose="020B0609020204030204" pitchFamily="49" charset="0"/>
              </a:rPr>
              <a:t>지수에도 음수가 있다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2. </a:t>
            </a:r>
            <a:r>
              <a:rPr lang="ko-KR" altLang="en-US" sz="2800">
                <a:latin typeface="Consolas" panose="020B0609020204030204" pitchFamily="49" charset="0"/>
              </a:rPr>
              <a:t>가수부의 첫번째 숫자는 항상 </a:t>
            </a:r>
            <a:r>
              <a:rPr lang="en-US" altLang="ko-KR" sz="2800">
                <a:latin typeface="Consolas" panose="020B0609020204030204" pitchFamily="49" charset="0"/>
              </a:rPr>
              <a:t>1</a:t>
            </a:r>
            <a:r>
              <a:rPr lang="ko-KR" altLang="en-US" sz="2800">
                <a:latin typeface="Consolas" panose="020B0609020204030204" pitchFamily="49" charset="0"/>
              </a:rPr>
              <a:t>이다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4407663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6674673" y="295507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1000000000 =&gt; 0.1*10^10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56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10.25f;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33619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69106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04593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4008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7556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1105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4654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 =&gt; 0.101001*2^4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4C3AC-D3B5-D97E-A873-3D159B11ACA8}"/>
              </a:ext>
            </a:extLst>
          </p:cNvPr>
          <p:cNvSpPr txBox="1"/>
          <p:nvPr/>
        </p:nvSpPr>
        <p:spPr>
          <a:xfrm>
            <a:off x="1744597" y="4752540"/>
            <a:ext cx="91504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문제점 </a:t>
            </a:r>
            <a:r>
              <a:rPr lang="en-US" altLang="ko-KR" sz="2800">
                <a:latin typeface="Consolas" panose="020B0609020204030204" pitchFamily="49" charset="0"/>
              </a:rPr>
              <a:t>: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1. </a:t>
            </a:r>
            <a:r>
              <a:rPr lang="ko-KR" altLang="en-US" sz="2800">
                <a:latin typeface="Consolas" panose="020B0609020204030204" pitchFamily="49" charset="0"/>
              </a:rPr>
              <a:t>지수에도 음수가 있다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2. </a:t>
            </a:r>
            <a:r>
              <a:rPr lang="ko-KR" altLang="en-US" sz="2800">
                <a:latin typeface="Consolas" panose="020B0609020204030204" pitchFamily="49" charset="0"/>
              </a:rPr>
              <a:t>가수부의 첫번째 숫자는 항상 </a:t>
            </a:r>
            <a:r>
              <a:rPr lang="en-US" altLang="ko-KR" sz="2800">
                <a:latin typeface="Consolas" panose="020B0609020204030204" pitchFamily="49" charset="0"/>
              </a:rPr>
              <a:t>1</a:t>
            </a:r>
            <a:r>
              <a:rPr lang="ko-KR" altLang="en-US" sz="2800">
                <a:latin typeface="Consolas" panose="020B0609020204030204" pitchFamily="49" charset="0"/>
              </a:rPr>
              <a:t>이다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4407663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6674673" y="295507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0.00000000001 =&gt; 0.1*10^-10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701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10.25f;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33619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69106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04593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4008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7556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1105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4654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 =&gt; 1.01001*2^3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4C3AC-D3B5-D97E-A873-3D159B11ACA8}"/>
              </a:ext>
            </a:extLst>
          </p:cNvPr>
          <p:cNvSpPr txBox="1"/>
          <p:nvPr/>
        </p:nvSpPr>
        <p:spPr>
          <a:xfrm>
            <a:off x="-66907" y="4752540"/>
            <a:ext cx="118871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문제점 </a:t>
            </a:r>
            <a:r>
              <a:rPr lang="en-US" altLang="ko-KR" sz="2800">
                <a:latin typeface="Consolas" panose="020B0609020204030204" pitchFamily="49" charset="0"/>
              </a:rPr>
              <a:t>: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1. </a:t>
            </a:r>
            <a:r>
              <a:rPr lang="ko-KR" altLang="en-US" sz="2800">
                <a:latin typeface="Consolas" panose="020B0609020204030204" pitchFamily="49" charset="0"/>
              </a:rPr>
              <a:t>지수에도 음수가 있다</a:t>
            </a:r>
            <a:r>
              <a:rPr lang="en-US" altLang="ko-KR" sz="2800">
                <a:latin typeface="Consolas" panose="020B0609020204030204" pitchFamily="49" charset="0"/>
              </a:rPr>
              <a:t>. : 127 bias</a:t>
            </a:r>
            <a:r>
              <a:rPr lang="ko-KR" altLang="en-US" sz="2800">
                <a:latin typeface="Consolas" panose="020B0609020204030204" pitchFamily="49" charset="0"/>
              </a:rPr>
              <a:t> 사용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2. </a:t>
            </a:r>
            <a:r>
              <a:rPr lang="ko-KR" altLang="en-US" sz="2800">
                <a:latin typeface="Consolas" panose="020B0609020204030204" pitchFamily="49" charset="0"/>
              </a:rPr>
              <a:t>가수부의 첫번째 숫자는 항상 </a:t>
            </a:r>
            <a:r>
              <a:rPr lang="en-US" altLang="ko-KR" sz="2800">
                <a:latin typeface="Consolas" panose="020B0609020204030204" pitchFamily="49" charset="0"/>
              </a:rPr>
              <a:t>1</a:t>
            </a:r>
            <a:r>
              <a:rPr lang="ko-KR" altLang="en-US" sz="2800">
                <a:latin typeface="Consolas" panose="020B0609020204030204" pitchFamily="49" charset="0"/>
              </a:rPr>
              <a:t>이다</a:t>
            </a:r>
            <a:r>
              <a:rPr lang="en-US" altLang="ko-KR" sz="2800">
                <a:latin typeface="Consolas" panose="020B0609020204030204" pitchFamily="49" charset="0"/>
              </a:rPr>
              <a:t>. : </a:t>
            </a:r>
            <a:r>
              <a:rPr lang="ko-KR" altLang="en-US" sz="2800">
                <a:latin typeface="Consolas" panose="020B0609020204030204" pitchFamily="49" charset="0"/>
              </a:rPr>
              <a:t>한번 덜 움직인다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4407663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6674673" y="295507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0.00000000001 =&gt; 0.1*10^-10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204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10.25f;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33619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69106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04593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4008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7556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1105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4654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 =&gt; 1.01001*2^3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4407663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6674673" y="295507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0.00000000001 =&gt; 0.1*10^-10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/>
              <p:nvPr/>
            </p:nvSpPr>
            <p:spPr>
              <a:xfrm>
                <a:off x="2688169" y="4517073"/>
                <a:ext cx="632731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4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169" y="4517073"/>
                <a:ext cx="6327310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815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383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double : 8byte =&gt; 64bit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4027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double f = 10.25;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C97E4F-A3A0-7C77-7F10-64082981AD4A}"/>
              </a:ext>
            </a:extLst>
          </p:cNvPr>
          <p:cNvSpPr/>
          <p:nvPr/>
        </p:nvSpPr>
        <p:spPr>
          <a:xfrm>
            <a:off x="933619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67CB2F-E098-68E2-2201-C7F5D47B8730}"/>
              </a:ext>
            </a:extLst>
          </p:cNvPr>
          <p:cNvSpPr/>
          <p:nvPr/>
        </p:nvSpPr>
        <p:spPr>
          <a:xfrm>
            <a:off x="969106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C39DBE-9E8A-CCF0-E749-9C42B45D5B11}"/>
              </a:ext>
            </a:extLst>
          </p:cNvPr>
          <p:cNvSpPr/>
          <p:nvPr/>
        </p:nvSpPr>
        <p:spPr>
          <a:xfrm>
            <a:off x="1004593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0DF6-A474-43AF-B75F-B77C0DEECFCB}"/>
              </a:ext>
            </a:extLst>
          </p:cNvPr>
          <p:cNvSpPr/>
          <p:nvPr/>
        </p:nvSpPr>
        <p:spPr>
          <a:xfrm>
            <a:off x="104008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ECAC8E-0FAC-2509-FC04-44532600DCF1}"/>
              </a:ext>
            </a:extLst>
          </p:cNvPr>
          <p:cNvSpPr/>
          <p:nvPr/>
        </p:nvSpPr>
        <p:spPr>
          <a:xfrm>
            <a:off x="107556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1366CD-C477-46FE-53A3-2BA27B41D6C4}"/>
              </a:ext>
            </a:extLst>
          </p:cNvPr>
          <p:cNvSpPr/>
          <p:nvPr/>
        </p:nvSpPr>
        <p:spPr>
          <a:xfrm>
            <a:off x="111105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A55EFC-C88C-D7F3-866D-262981A7CB2B}"/>
              </a:ext>
            </a:extLst>
          </p:cNvPr>
          <p:cNvSpPr/>
          <p:nvPr/>
        </p:nvSpPr>
        <p:spPr>
          <a:xfrm>
            <a:off x="114654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2691068" y="1595226"/>
            <a:ext cx="609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1010.01 =&gt; 1.01001*2^3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5226038" y="379666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6674673" y="295507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0.00000000001 =&gt; 0.1*10^-10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/>
              <p:nvPr/>
            </p:nvSpPr>
            <p:spPr>
              <a:xfrm>
                <a:off x="2688169" y="4517073"/>
                <a:ext cx="6566156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−1023</m:t>
                          </m:r>
                        </m:sup>
                      </m:sSup>
                    </m:oMath>
                  </m:oMathPara>
                </a14:m>
                <a:endParaRPr lang="ko-KR" altLang="en-US" sz="44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169" y="4517073"/>
                <a:ext cx="6566156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4571988-A0FB-80B4-2820-AABDF7516F75}"/>
              </a:ext>
            </a:extLst>
          </p:cNvPr>
          <p:cNvSpPr txBox="1"/>
          <p:nvPr/>
        </p:nvSpPr>
        <p:spPr>
          <a:xfrm>
            <a:off x="4849545" y="5262774"/>
            <a:ext cx="2444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IEEE 754 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247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35750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0.1f;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002015-A2F2-1161-771F-A7254BECBAD0}"/>
              </a:ext>
            </a:extLst>
          </p:cNvPr>
          <p:cNvSpPr/>
          <p:nvPr/>
        </p:nvSpPr>
        <p:spPr>
          <a:xfrm>
            <a:off x="458878" y="3177559"/>
            <a:ext cx="354870" cy="63897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95EDCB-7BCA-B8A6-0C76-7E1F472C63F1}"/>
              </a:ext>
            </a:extLst>
          </p:cNvPr>
          <p:cNvSpPr/>
          <p:nvPr/>
        </p:nvSpPr>
        <p:spPr>
          <a:xfrm>
            <a:off x="81374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71D99A-AD79-16DC-9D1A-082F097EEF5C}"/>
              </a:ext>
            </a:extLst>
          </p:cNvPr>
          <p:cNvSpPr/>
          <p:nvPr/>
        </p:nvSpPr>
        <p:spPr>
          <a:xfrm>
            <a:off x="116861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AD055E-E718-CB67-A067-9C409C2B27E9}"/>
              </a:ext>
            </a:extLst>
          </p:cNvPr>
          <p:cNvSpPr/>
          <p:nvPr/>
        </p:nvSpPr>
        <p:spPr>
          <a:xfrm>
            <a:off x="1517624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D7E5AB-24D0-F419-9AC1-604357B73197}"/>
              </a:ext>
            </a:extLst>
          </p:cNvPr>
          <p:cNvSpPr/>
          <p:nvPr/>
        </p:nvSpPr>
        <p:spPr>
          <a:xfrm>
            <a:off x="187835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111DFD-6552-D842-24FC-C0D64A56A1F3}"/>
              </a:ext>
            </a:extLst>
          </p:cNvPr>
          <p:cNvSpPr/>
          <p:nvPr/>
        </p:nvSpPr>
        <p:spPr>
          <a:xfrm>
            <a:off x="223322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BFD8EF-98D3-5154-6EE8-C6974BE3EFB0}"/>
              </a:ext>
            </a:extLst>
          </p:cNvPr>
          <p:cNvSpPr/>
          <p:nvPr/>
        </p:nvSpPr>
        <p:spPr>
          <a:xfrm>
            <a:off x="258809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839CAD-4A95-69D9-7952-12C618D98F74}"/>
              </a:ext>
            </a:extLst>
          </p:cNvPr>
          <p:cNvSpPr/>
          <p:nvPr/>
        </p:nvSpPr>
        <p:spPr>
          <a:xfrm>
            <a:off x="294296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6B36B4-5CC5-7DFF-CD1D-17C61D128572}"/>
              </a:ext>
            </a:extLst>
          </p:cNvPr>
          <p:cNvSpPr/>
          <p:nvPr/>
        </p:nvSpPr>
        <p:spPr>
          <a:xfrm>
            <a:off x="3297838" y="3177559"/>
            <a:ext cx="354870" cy="63897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E52C9-0C32-7565-8C64-4798EDFF0508}"/>
              </a:ext>
            </a:extLst>
          </p:cNvPr>
          <p:cNvSpPr/>
          <p:nvPr/>
        </p:nvSpPr>
        <p:spPr>
          <a:xfrm>
            <a:off x="365270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4CA543-85AF-47B5-C3CA-8FD3AAC2A07A}"/>
              </a:ext>
            </a:extLst>
          </p:cNvPr>
          <p:cNvSpPr/>
          <p:nvPr/>
        </p:nvSpPr>
        <p:spPr>
          <a:xfrm>
            <a:off x="400757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3F3AEB-B58F-45E4-734A-DACDB08B72B0}"/>
              </a:ext>
            </a:extLst>
          </p:cNvPr>
          <p:cNvSpPr/>
          <p:nvPr/>
        </p:nvSpPr>
        <p:spPr>
          <a:xfrm>
            <a:off x="436244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0D685-AF61-5B38-B9FF-C7D5141757E6}"/>
              </a:ext>
            </a:extLst>
          </p:cNvPr>
          <p:cNvSpPr/>
          <p:nvPr/>
        </p:nvSpPr>
        <p:spPr>
          <a:xfrm>
            <a:off x="471731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3C6F14-4143-BA04-BD75-3208F8356422}"/>
              </a:ext>
            </a:extLst>
          </p:cNvPr>
          <p:cNvSpPr/>
          <p:nvPr/>
        </p:nvSpPr>
        <p:spPr>
          <a:xfrm>
            <a:off x="507218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9E8D5A-E11B-1DE0-E293-E4DD81FE0472}"/>
              </a:ext>
            </a:extLst>
          </p:cNvPr>
          <p:cNvSpPr/>
          <p:nvPr/>
        </p:nvSpPr>
        <p:spPr>
          <a:xfrm>
            <a:off x="542705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B16F73-7F82-A498-0AD1-E51549018472}"/>
              </a:ext>
            </a:extLst>
          </p:cNvPr>
          <p:cNvSpPr/>
          <p:nvPr/>
        </p:nvSpPr>
        <p:spPr>
          <a:xfrm>
            <a:off x="5781927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80AC8C-7FC6-8646-2DEE-D92C2ECEE6E6}"/>
              </a:ext>
            </a:extLst>
          </p:cNvPr>
          <p:cNvSpPr/>
          <p:nvPr/>
        </p:nvSpPr>
        <p:spPr>
          <a:xfrm>
            <a:off x="614236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6ECBF4-EE5C-1573-05EE-A933389D4F8F}"/>
              </a:ext>
            </a:extLst>
          </p:cNvPr>
          <p:cNvSpPr/>
          <p:nvPr/>
        </p:nvSpPr>
        <p:spPr>
          <a:xfrm>
            <a:off x="649723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F02061-3441-73E6-4B02-EBBB586A219E}"/>
              </a:ext>
            </a:extLst>
          </p:cNvPr>
          <p:cNvSpPr/>
          <p:nvPr/>
        </p:nvSpPr>
        <p:spPr>
          <a:xfrm>
            <a:off x="685210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E0930-433C-07EC-B1F7-F1900F14480B}"/>
              </a:ext>
            </a:extLst>
          </p:cNvPr>
          <p:cNvSpPr/>
          <p:nvPr/>
        </p:nvSpPr>
        <p:spPr>
          <a:xfrm>
            <a:off x="720697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D18127-1655-FD1B-34FA-8EEDED1D5CA0}"/>
              </a:ext>
            </a:extLst>
          </p:cNvPr>
          <p:cNvSpPr/>
          <p:nvPr/>
        </p:nvSpPr>
        <p:spPr>
          <a:xfrm>
            <a:off x="756184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52F165-4EA7-96DB-4A75-2A6283F7E11D}"/>
              </a:ext>
            </a:extLst>
          </p:cNvPr>
          <p:cNvSpPr/>
          <p:nvPr/>
        </p:nvSpPr>
        <p:spPr>
          <a:xfrm>
            <a:off x="791671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FEC1AB-A623-04F8-E3D6-89BA7C8BDA6E}"/>
              </a:ext>
            </a:extLst>
          </p:cNvPr>
          <p:cNvSpPr/>
          <p:nvPr/>
        </p:nvSpPr>
        <p:spPr>
          <a:xfrm>
            <a:off x="827158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08A0C-CBBD-1F43-D764-AB65DA6A0F18}"/>
              </a:ext>
            </a:extLst>
          </p:cNvPr>
          <p:cNvSpPr/>
          <p:nvPr/>
        </p:nvSpPr>
        <p:spPr>
          <a:xfrm>
            <a:off x="862645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5609FC-69D5-E2F8-8935-1364FFF46EDF}"/>
              </a:ext>
            </a:extLst>
          </p:cNvPr>
          <p:cNvSpPr/>
          <p:nvPr/>
        </p:nvSpPr>
        <p:spPr>
          <a:xfrm>
            <a:off x="8981328" y="3177559"/>
            <a:ext cx="354870" cy="6389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26FB8-2C03-CC6A-A995-423EFFABC05E}"/>
              </a:ext>
            </a:extLst>
          </p:cNvPr>
          <p:cNvSpPr txBox="1"/>
          <p:nvPr/>
        </p:nvSpPr>
        <p:spPr>
          <a:xfrm>
            <a:off x="493589" y="1595226"/>
            <a:ext cx="9355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0.0001100110011 =&gt; 1.1001100..*2^-4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A5FD7-874B-BE67-AE91-515DBAE8B7A2}"/>
              </a:ext>
            </a:extLst>
          </p:cNvPr>
          <p:cNvSpPr txBox="1"/>
          <p:nvPr/>
        </p:nvSpPr>
        <p:spPr>
          <a:xfrm>
            <a:off x="458878" y="2449803"/>
            <a:ext cx="621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600">
                <a:latin typeface="Consolas" panose="020B0609020204030204" pitchFamily="49" charset="0"/>
              </a:rPr>
              <a:t>부동</a:t>
            </a:r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ko-KR" altLang="en-US" sz="3600">
                <a:latin typeface="Consolas" panose="020B0609020204030204" pitchFamily="49" charset="0"/>
              </a:rPr>
              <a:t>浮動</a:t>
            </a:r>
            <a:r>
              <a:rPr lang="en-US" altLang="ko-KR" sz="3600">
                <a:latin typeface="Consolas" panose="020B0609020204030204" pitchFamily="49" charset="0"/>
              </a:rPr>
              <a:t>)</a:t>
            </a:r>
            <a:r>
              <a:rPr lang="ko-KR" altLang="en-US" sz="3600">
                <a:latin typeface="Consolas" panose="020B0609020204030204" pitchFamily="49" charset="0"/>
              </a:rPr>
              <a:t>소수점 방식</a:t>
            </a:r>
            <a:endParaRPr lang="en-US" altLang="ko-KR" sz="36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E5E46-17FB-E5B7-9545-08887AEE93A3}"/>
              </a:ext>
            </a:extLst>
          </p:cNvPr>
          <p:cNvSpPr txBox="1"/>
          <p:nvPr/>
        </p:nvSpPr>
        <p:spPr>
          <a:xfrm>
            <a:off x="2151348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3A9DB-BFC5-4A25-4E73-D71CE82482BC}"/>
              </a:ext>
            </a:extLst>
          </p:cNvPr>
          <p:cNvSpPr txBox="1"/>
          <p:nvPr/>
        </p:nvSpPr>
        <p:spPr>
          <a:xfrm>
            <a:off x="493589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045CA-6202-D40F-F416-1C57493E9715}"/>
              </a:ext>
            </a:extLst>
          </p:cNvPr>
          <p:cNvSpPr txBox="1"/>
          <p:nvPr/>
        </p:nvSpPr>
        <p:spPr>
          <a:xfrm>
            <a:off x="4407663" y="38165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8B5A7-8F22-B0BC-9638-99C21B717BEA}"/>
              </a:ext>
            </a:extLst>
          </p:cNvPr>
          <p:cNvSpPr txBox="1"/>
          <p:nvPr/>
        </p:nvSpPr>
        <p:spPr>
          <a:xfrm>
            <a:off x="10026955" y="-40679"/>
            <a:ext cx="1992853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0.1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--------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0.2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0.4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0.8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1.6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1.2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0.4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0.8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1.6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1.2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0.4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0.8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/>
              <p:nvPr/>
            </p:nvSpPr>
            <p:spPr>
              <a:xfrm>
                <a:off x="2688169" y="4517073"/>
                <a:ext cx="632731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4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2E3E8C-D475-9801-BDC7-FEEDA8E21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169" y="4517073"/>
                <a:ext cx="6327310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630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69653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f = 0.1f;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sum = 0.0f;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int i;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for(i=0; i&lt;100000; i++)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sum += 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printf("%f\n", sum); // 9998.5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251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B2D04-C459-3E66-9B98-1F219BB2679F}"/>
              </a:ext>
            </a:extLst>
          </p:cNvPr>
          <p:cNvSpPr txBox="1"/>
          <p:nvPr/>
        </p:nvSpPr>
        <p:spPr>
          <a:xfrm>
            <a:off x="677537" y="253388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float : 4byte =&gt; 32bit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0D146-33D8-0A20-E829-1D33369B42D0}"/>
              </a:ext>
            </a:extLst>
          </p:cNvPr>
          <p:cNvSpPr txBox="1"/>
          <p:nvPr/>
        </p:nvSpPr>
        <p:spPr>
          <a:xfrm>
            <a:off x="677536" y="986009"/>
            <a:ext cx="69653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double f = 0.1;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double sum = 0.0;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int i;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for(i=0; i&lt;1000000000; i++)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sum += f;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printf("%lf\n", sum); // 10000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18C17-566A-8757-A9B7-2725D63C615E}"/>
              </a:ext>
            </a:extLst>
          </p:cNvPr>
          <p:cNvSpPr txBox="1"/>
          <p:nvPr/>
        </p:nvSpPr>
        <p:spPr>
          <a:xfrm>
            <a:off x="7393229" y="693621"/>
            <a:ext cx="3348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0.1+0.2 == 0.3</a:t>
            </a:r>
          </a:p>
        </p:txBody>
      </p:sp>
    </p:spTree>
    <p:extLst>
      <p:ext uri="{BB962C8B-B14F-4D97-AF65-F5344CB8AC3E}">
        <p14:creationId xmlns:p14="http://schemas.microsoft.com/office/powerpoint/2010/main" val="46794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9F107BA-FF70-B735-C341-8EC5FED8BDF3}"/>
              </a:ext>
            </a:extLst>
          </p:cNvPr>
          <p:cNvSpPr/>
          <p:nvPr/>
        </p:nvSpPr>
        <p:spPr>
          <a:xfrm>
            <a:off x="2210305" y="1380683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194CAA-0982-2983-B522-9FFEF52325AE}"/>
              </a:ext>
            </a:extLst>
          </p:cNvPr>
          <p:cNvSpPr/>
          <p:nvPr/>
        </p:nvSpPr>
        <p:spPr>
          <a:xfrm>
            <a:off x="2779534" y="1380682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63509E-8DE7-7D1E-CBE9-FC129242CA4B}"/>
              </a:ext>
            </a:extLst>
          </p:cNvPr>
          <p:cNvSpPr/>
          <p:nvPr/>
        </p:nvSpPr>
        <p:spPr>
          <a:xfrm>
            <a:off x="3348763" y="1380681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814F0-FB57-6EA5-BC0F-99D60A4FBD83}"/>
              </a:ext>
            </a:extLst>
          </p:cNvPr>
          <p:cNvSpPr/>
          <p:nvPr/>
        </p:nvSpPr>
        <p:spPr>
          <a:xfrm>
            <a:off x="3917992" y="1380680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np.array([1,2,3,4])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1641076" y="138068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759-D1A7-1438-6141-06451B985452}"/>
              </a:ext>
            </a:extLst>
          </p:cNvPr>
          <p:cNvSpPr txBox="1"/>
          <p:nvPr/>
        </p:nvSpPr>
        <p:spPr>
          <a:xfrm>
            <a:off x="2210305" y="2222412"/>
            <a:ext cx="357501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a.ndim =&gt; 1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 =&gt; (4,)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len(a) =&gt; 4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a.shape[0] =&gt; 4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a[0] =&gt; 1 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a[0:1] =&gt; [1]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081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9F107BA-FF70-B735-C341-8EC5FED8BDF3}"/>
              </a:ext>
            </a:extLst>
          </p:cNvPr>
          <p:cNvSpPr/>
          <p:nvPr/>
        </p:nvSpPr>
        <p:spPr>
          <a:xfrm>
            <a:off x="2210305" y="1380683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194CAA-0982-2983-B522-9FFEF52325AE}"/>
              </a:ext>
            </a:extLst>
          </p:cNvPr>
          <p:cNvSpPr/>
          <p:nvPr/>
        </p:nvSpPr>
        <p:spPr>
          <a:xfrm>
            <a:off x="2779534" y="1380682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63509E-8DE7-7D1E-CBE9-FC129242CA4B}"/>
              </a:ext>
            </a:extLst>
          </p:cNvPr>
          <p:cNvSpPr/>
          <p:nvPr/>
        </p:nvSpPr>
        <p:spPr>
          <a:xfrm>
            <a:off x="2210305" y="2046770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814F0-FB57-6EA5-BC0F-99D60A4FBD83}"/>
              </a:ext>
            </a:extLst>
          </p:cNvPr>
          <p:cNvSpPr/>
          <p:nvPr/>
        </p:nvSpPr>
        <p:spPr>
          <a:xfrm>
            <a:off x="2779534" y="2046769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np.array([[1,2],[3,4]])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1641076" y="138068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759-D1A7-1438-6141-06451B985452}"/>
              </a:ext>
            </a:extLst>
          </p:cNvPr>
          <p:cNvSpPr txBox="1"/>
          <p:nvPr/>
        </p:nvSpPr>
        <p:spPr>
          <a:xfrm>
            <a:off x="1320127" y="3239259"/>
            <a:ext cx="402706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a.ndim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 =&gt; 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len(a)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a.shape[0]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a[0] =&gt; [1,2]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a[0:1] =&gt; [[1,2]]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89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923F09E-3924-A1FF-CB7E-F121DCEB499D}"/>
              </a:ext>
            </a:extLst>
          </p:cNvPr>
          <p:cNvSpPr/>
          <p:nvPr/>
        </p:nvSpPr>
        <p:spPr>
          <a:xfrm>
            <a:off x="3071375" y="136416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np.array([[1,2],[3,4]])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2463610" y="136416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759-D1A7-1438-6141-06451B985452}"/>
              </a:ext>
            </a:extLst>
          </p:cNvPr>
          <p:cNvSpPr txBox="1"/>
          <p:nvPr/>
        </p:nvSpPr>
        <p:spPr>
          <a:xfrm>
            <a:off x="1320127" y="3239259"/>
            <a:ext cx="402706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a.ndim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 =&gt; 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len(a)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a.shape[0]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a[0] =&gt; [1,2]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a[0:1] =&gt; [[1,2]]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A44C5A-FA82-59CF-918A-81E616C17750}"/>
              </a:ext>
            </a:extLst>
          </p:cNvPr>
          <p:cNvSpPr/>
          <p:nvPr/>
        </p:nvSpPr>
        <p:spPr>
          <a:xfrm>
            <a:off x="3166687" y="145328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04F79-45F1-54E4-A812-12ADBB91E9FA}"/>
              </a:ext>
            </a:extLst>
          </p:cNvPr>
          <p:cNvSpPr/>
          <p:nvPr/>
        </p:nvSpPr>
        <p:spPr>
          <a:xfrm>
            <a:off x="3751462" y="145328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48148-14F6-4598-B6DD-63EADB79CE68}"/>
              </a:ext>
            </a:extLst>
          </p:cNvPr>
          <p:cNvSpPr/>
          <p:nvPr/>
        </p:nvSpPr>
        <p:spPr>
          <a:xfrm>
            <a:off x="3071375" y="212718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2C14F-BB7F-191A-71A1-E8F601D549A6}"/>
              </a:ext>
            </a:extLst>
          </p:cNvPr>
          <p:cNvSpPr/>
          <p:nvPr/>
        </p:nvSpPr>
        <p:spPr>
          <a:xfrm>
            <a:off x="3166687" y="2220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9CE5BD-2F6F-C795-8DF3-401F3ECB3069}"/>
              </a:ext>
            </a:extLst>
          </p:cNvPr>
          <p:cNvSpPr/>
          <p:nvPr/>
        </p:nvSpPr>
        <p:spPr>
          <a:xfrm>
            <a:off x="3751462" y="2220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049562-1BF1-566E-A706-824ECE56C09B}"/>
              </a:ext>
            </a:extLst>
          </p:cNvPr>
          <p:cNvCxnSpPr>
            <a:cxnSpLocks/>
          </p:cNvCxnSpPr>
          <p:nvPr/>
        </p:nvCxnSpPr>
        <p:spPr>
          <a:xfrm>
            <a:off x="4431549" y="3754490"/>
            <a:ext cx="0" cy="569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55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BC7F48-2F64-0862-C850-C1E8FE896F9B}"/>
              </a:ext>
            </a:extLst>
          </p:cNvPr>
          <p:cNvSpPr/>
          <p:nvPr/>
        </p:nvSpPr>
        <p:spPr>
          <a:xfrm>
            <a:off x="6409605" y="1002543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23F09E-3924-A1FF-CB7E-F121DCEB499D}"/>
              </a:ext>
            </a:extLst>
          </p:cNvPr>
          <p:cNvSpPr/>
          <p:nvPr/>
        </p:nvSpPr>
        <p:spPr>
          <a:xfrm>
            <a:off x="6504917" y="109166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6532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a = np.array([[[1,2],[3,4]], [[5,6],[7,8]]] 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5414140" y="100254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759-D1A7-1438-6141-06451B985452}"/>
              </a:ext>
            </a:extLst>
          </p:cNvPr>
          <p:cNvSpPr txBox="1"/>
          <p:nvPr/>
        </p:nvSpPr>
        <p:spPr>
          <a:xfrm>
            <a:off x="1320127" y="3239259"/>
            <a:ext cx="58352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a.ndim =&gt; 3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 =&gt; 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,2,2)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len(a) =&gt; 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a.shape[0] =&gt;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a[0] =&gt; [[1,2],[3,4]]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a[0:1] =&gt; [[[1,2],[3,4]]]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A44C5A-FA82-59CF-918A-81E616C17750}"/>
              </a:ext>
            </a:extLst>
          </p:cNvPr>
          <p:cNvSpPr/>
          <p:nvPr/>
        </p:nvSpPr>
        <p:spPr>
          <a:xfrm>
            <a:off x="6600229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04F79-45F1-54E4-A812-12ADBB91E9FA}"/>
              </a:ext>
            </a:extLst>
          </p:cNvPr>
          <p:cNvSpPr/>
          <p:nvPr/>
        </p:nvSpPr>
        <p:spPr>
          <a:xfrm>
            <a:off x="7185004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48148-14F6-4598-B6DD-63EADB79CE68}"/>
              </a:ext>
            </a:extLst>
          </p:cNvPr>
          <p:cNvSpPr/>
          <p:nvPr/>
        </p:nvSpPr>
        <p:spPr>
          <a:xfrm>
            <a:off x="6504917" y="185468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2C14F-BB7F-191A-71A1-E8F601D549A6}"/>
              </a:ext>
            </a:extLst>
          </p:cNvPr>
          <p:cNvSpPr/>
          <p:nvPr/>
        </p:nvSpPr>
        <p:spPr>
          <a:xfrm>
            <a:off x="6600229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9CE5BD-2F6F-C795-8DF3-401F3ECB3069}"/>
              </a:ext>
            </a:extLst>
          </p:cNvPr>
          <p:cNvSpPr/>
          <p:nvPr/>
        </p:nvSpPr>
        <p:spPr>
          <a:xfrm>
            <a:off x="7185004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049562-1BF1-566E-A706-824ECE56C09B}"/>
              </a:ext>
            </a:extLst>
          </p:cNvPr>
          <p:cNvCxnSpPr>
            <a:cxnSpLocks/>
          </p:cNvCxnSpPr>
          <p:nvPr/>
        </p:nvCxnSpPr>
        <p:spPr>
          <a:xfrm>
            <a:off x="4861499" y="3760545"/>
            <a:ext cx="0" cy="569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BB58E3-129E-B4A4-C959-C2205C64E2EB}"/>
              </a:ext>
            </a:extLst>
          </p:cNvPr>
          <p:cNvSpPr/>
          <p:nvPr/>
        </p:nvSpPr>
        <p:spPr>
          <a:xfrm>
            <a:off x="6409605" y="2706866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2F0487-B1F7-06F8-65A2-A996641A388F}"/>
              </a:ext>
            </a:extLst>
          </p:cNvPr>
          <p:cNvSpPr/>
          <p:nvPr/>
        </p:nvSpPr>
        <p:spPr>
          <a:xfrm>
            <a:off x="6504917" y="279598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41F971-0436-6EDE-0E65-956AFF2C83B9}"/>
              </a:ext>
            </a:extLst>
          </p:cNvPr>
          <p:cNvSpPr/>
          <p:nvPr/>
        </p:nvSpPr>
        <p:spPr>
          <a:xfrm>
            <a:off x="6600229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A504D2-205D-115F-6B79-735FF51C642E}"/>
              </a:ext>
            </a:extLst>
          </p:cNvPr>
          <p:cNvSpPr/>
          <p:nvPr/>
        </p:nvSpPr>
        <p:spPr>
          <a:xfrm>
            <a:off x="7185004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6B56FF-C41F-6D00-912E-7F7F16A3ED5D}"/>
              </a:ext>
            </a:extLst>
          </p:cNvPr>
          <p:cNvSpPr/>
          <p:nvPr/>
        </p:nvSpPr>
        <p:spPr>
          <a:xfrm>
            <a:off x="6504917" y="355900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7EF893-2A6D-3BE9-BFE5-4BB6FE8CE3AB}"/>
              </a:ext>
            </a:extLst>
          </p:cNvPr>
          <p:cNvSpPr/>
          <p:nvPr/>
        </p:nvSpPr>
        <p:spPr>
          <a:xfrm>
            <a:off x="6600229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BBE9D2-2007-7E45-BE61-A87283F22508}"/>
              </a:ext>
            </a:extLst>
          </p:cNvPr>
          <p:cNvSpPr/>
          <p:nvPr/>
        </p:nvSpPr>
        <p:spPr>
          <a:xfrm>
            <a:off x="7185004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85EFA4-7628-6E84-8251-6836BB4BE937}"/>
              </a:ext>
            </a:extLst>
          </p:cNvPr>
          <p:cNvSpPr/>
          <p:nvPr/>
        </p:nvSpPr>
        <p:spPr>
          <a:xfrm>
            <a:off x="9151227" y="138405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31D52B-1756-BEC8-3400-6FFFC4627C6D}"/>
              </a:ext>
            </a:extLst>
          </p:cNvPr>
          <p:cNvSpPr/>
          <p:nvPr/>
        </p:nvSpPr>
        <p:spPr>
          <a:xfrm>
            <a:off x="9246539" y="1473172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A39D28-8D8B-8FB5-8ACB-552A8E94A7DF}"/>
              </a:ext>
            </a:extLst>
          </p:cNvPr>
          <p:cNvSpPr/>
          <p:nvPr/>
        </p:nvSpPr>
        <p:spPr>
          <a:xfrm>
            <a:off x="9831314" y="1473172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6E5318D-3F78-A8C1-3DED-D94FEFB860F7}"/>
              </a:ext>
            </a:extLst>
          </p:cNvPr>
          <p:cNvSpPr/>
          <p:nvPr/>
        </p:nvSpPr>
        <p:spPr>
          <a:xfrm>
            <a:off x="9151227" y="2147068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3761CF0-472F-6E57-7AE5-7B59B5DA18E2}"/>
              </a:ext>
            </a:extLst>
          </p:cNvPr>
          <p:cNvSpPr/>
          <p:nvPr/>
        </p:nvSpPr>
        <p:spPr>
          <a:xfrm>
            <a:off x="9246539" y="2240523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7D0A316-3FF0-D88C-3012-21B35460A765}"/>
              </a:ext>
            </a:extLst>
          </p:cNvPr>
          <p:cNvSpPr/>
          <p:nvPr/>
        </p:nvSpPr>
        <p:spPr>
          <a:xfrm>
            <a:off x="9831314" y="2240523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4F2429-C207-E66E-B305-51CD50A1DEC0}"/>
              </a:ext>
            </a:extLst>
          </p:cNvPr>
          <p:cNvSpPr/>
          <p:nvPr/>
        </p:nvSpPr>
        <p:spPr>
          <a:xfrm>
            <a:off x="9308522" y="3380762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70C93D-3A7C-BDE9-F989-D201E4D4A5A6}"/>
              </a:ext>
            </a:extLst>
          </p:cNvPr>
          <p:cNvSpPr/>
          <p:nvPr/>
        </p:nvSpPr>
        <p:spPr>
          <a:xfrm>
            <a:off x="9403834" y="3469883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D644C1-B455-0C39-F463-510D69AC1BD3}"/>
              </a:ext>
            </a:extLst>
          </p:cNvPr>
          <p:cNvSpPr/>
          <p:nvPr/>
        </p:nvSpPr>
        <p:spPr>
          <a:xfrm>
            <a:off x="9499146" y="3559004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FCB239C-E6ED-49AA-84A7-BC2C1A096676}"/>
              </a:ext>
            </a:extLst>
          </p:cNvPr>
          <p:cNvSpPr/>
          <p:nvPr/>
        </p:nvSpPr>
        <p:spPr>
          <a:xfrm>
            <a:off x="10083921" y="3559004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9446CD4-B481-AF01-CC0E-EBEEEBF2C869}"/>
              </a:ext>
            </a:extLst>
          </p:cNvPr>
          <p:cNvSpPr/>
          <p:nvPr/>
        </p:nvSpPr>
        <p:spPr>
          <a:xfrm>
            <a:off x="9403834" y="4232900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AC04431-C921-8C05-C042-12090786F475}"/>
              </a:ext>
            </a:extLst>
          </p:cNvPr>
          <p:cNvSpPr/>
          <p:nvPr/>
        </p:nvSpPr>
        <p:spPr>
          <a:xfrm>
            <a:off x="9499146" y="432635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07E32A7-FA9F-96A1-19DB-9B89A7E3A080}"/>
              </a:ext>
            </a:extLst>
          </p:cNvPr>
          <p:cNvSpPr/>
          <p:nvPr/>
        </p:nvSpPr>
        <p:spPr>
          <a:xfrm>
            <a:off x="10083921" y="432635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302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CA13E063-CAD5-FCF2-9930-663F8AC708AC}"/>
              </a:ext>
            </a:extLst>
          </p:cNvPr>
          <p:cNvSpPr/>
          <p:nvPr/>
        </p:nvSpPr>
        <p:spPr>
          <a:xfrm>
            <a:off x="7221130" y="565017"/>
            <a:ext cx="2298319" cy="25899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4839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a = np.arage(16).reshape(1,1,4,4)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5414140" y="100254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6E759-D1A7-1438-6141-06451B985452}"/>
              </a:ext>
            </a:extLst>
          </p:cNvPr>
          <p:cNvSpPr txBox="1"/>
          <p:nvPr/>
        </p:nvSpPr>
        <p:spPr>
          <a:xfrm>
            <a:off x="1320127" y="3239259"/>
            <a:ext cx="470513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a.ndim =&gt; 4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 =&gt; 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200">
                <a:latin typeface="Consolas" panose="020B0609020204030204" pitchFamily="49" charset="0"/>
              </a:rPr>
              <a:t>,1,4,4)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len(a) =&gt; 1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a.shape[0] =&gt; 1</a:t>
            </a:r>
          </a:p>
          <a:p>
            <a:endParaRPr lang="ko-KR" altLang="en-US" sz="3200">
              <a:latin typeface="Consolas" panose="020B0609020204030204" pitchFamily="49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A771B0-4097-8B78-CC3E-E1F2145C6E39}"/>
              </a:ext>
            </a:extLst>
          </p:cNvPr>
          <p:cNvCxnSpPr/>
          <p:nvPr/>
        </p:nvCxnSpPr>
        <p:spPr>
          <a:xfrm>
            <a:off x="6148482" y="369613"/>
            <a:ext cx="0" cy="466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8EEF0A0-95D5-C33B-C93B-8D385A098F73}"/>
              </a:ext>
            </a:extLst>
          </p:cNvPr>
          <p:cNvSpPr/>
          <p:nvPr/>
        </p:nvSpPr>
        <p:spPr>
          <a:xfrm>
            <a:off x="7282230" y="627790"/>
            <a:ext cx="2176119" cy="24644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8344066-70C6-08CD-F70F-1ECCA755135F}"/>
              </a:ext>
            </a:extLst>
          </p:cNvPr>
          <p:cNvGrpSpPr/>
          <p:nvPr/>
        </p:nvGrpSpPr>
        <p:grpSpPr>
          <a:xfrm>
            <a:off x="7362029" y="688128"/>
            <a:ext cx="2016520" cy="2339096"/>
            <a:chOff x="7369696" y="690342"/>
            <a:chExt cx="2016520" cy="233909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B869F75-B1B7-E028-FA68-33F9B3F92120}"/>
                </a:ext>
              </a:extLst>
            </p:cNvPr>
            <p:cNvSpPr/>
            <p:nvPr/>
          </p:nvSpPr>
          <p:spPr>
            <a:xfrm>
              <a:off x="7369699" y="690342"/>
              <a:ext cx="2016517" cy="584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F053CC8-D6AD-3172-92A3-A18F4B0BAE81}"/>
                </a:ext>
              </a:extLst>
            </p:cNvPr>
            <p:cNvSpPr/>
            <p:nvPr/>
          </p:nvSpPr>
          <p:spPr>
            <a:xfrm>
              <a:off x="7444513" y="749368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0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C099F11-B5EB-8D38-8F00-3B5D10C778E2}"/>
                </a:ext>
              </a:extLst>
            </p:cNvPr>
            <p:cNvSpPr/>
            <p:nvPr/>
          </p:nvSpPr>
          <p:spPr>
            <a:xfrm>
              <a:off x="7911235" y="749368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E7E197C-BAC7-7B81-7B6C-ACD0DEC31D01}"/>
                </a:ext>
              </a:extLst>
            </p:cNvPr>
            <p:cNvSpPr/>
            <p:nvPr/>
          </p:nvSpPr>
          <p:spPr>
            <a:xfrm>
              <a:off x="8377957" y="749368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82220E-0440-5AF6-A881-0B16832519F1}"/>
                </a:ext>
              </a:extLst>
            </p:cNvPr>
            <p:cNvSpPr/>
            <p:nvPr/>
          </p:nvSpPr>
          <p:spPr>
            <a:xfrm>
              <a:off x="8844679" y="749368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A95ABF1-18F6-BDBC-923E-3C9951F6AD26}"/>
                </a:ext>
              </a:extLst>
            </p:cNvPr>
            <p:cNvSpPr/>
            <p:nvPr/>
          </p:nvSpPr>
          <p:spPr>
            <a:xfrm>
              <a:off x="7369698" y="1275116"/>
              <a:ext cx="2016517" cy="584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FB50672-F661-29E6-6032-7192A3FBD067}"/>
                </a:ext>
              </a:extLst>
            </p:cNvPr>
            <p:cNvSpPr/>
            <p:nvPr/>
          </p:nvSpPr>
          <p:spPr>
            <a:xfrm>
              <a:off x="7444512" y="1334142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3049FD4-0840-9F36-5902-5B60B91D679C}"/>
                </a:ext>
              </a:extLst>
            </p:cNvPr>
            <p:cNvSpPr/>
            <p:nvPr/>
          </p:nvSpPr>
          <p:spPr>
            <a:xfrm>
              <a:off x="7911234" y="1334142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5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B5B234D-9981-CBBD-4F25-BEA741EA0261}"/>
                </a:ext>
              </a:extLst>
            </p:cNvPr>
            <p:cNvSpPr/>
            <p:nvPr/>
          </p:nvSpPr>
          <p:spPr>
            <a:xfrm>
              <a:off x="8377956" y="1334142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F2FF005-EB74-7F6D-D4B3-071BED2F156E}"/>
                </a:ext>
              </a:extLst>
            </p:cNvPr>
            <p:cNvSpPr/>
            <p:nvPr/>
          </p:nvSpPr>
          <p:spPr>
            <a:xfrm>
              <a:off x="8844678" y="1334142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7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ABB99E3-BDBB-5C19-9AC2-B8C79AC68835}"/>
                </a:ext>
              </a:extLst>
            </p:cNvPr>
            <p:cNvSpPr/>
            <p:nvPr/>
          </p:nvSpPr>
          <p:spPr>
            <a:xfrm>
              <a:off x="7369697" y="1859890"/>
              <a:ext cx="2016517" cy="584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9C8517C-A9D4-6D3B-1DC5-7C45DE274C64}"/>
                </a:ext>
              </a:extLst>
            </p:cNvPr>
            <p:cNvSpPr/>
            <p:nvPr/>
          </p:nvSpPr>
          <p:spPr>
            <a:xfrm>
              <a:off x="7444511" y="1918916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8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643D08F-9D09-4B2F-EFCB-BD02E93856DC}"/>
                </a:ext>
              </a:extLst>
            </p:cNvPr>
            <p:cNvSpPr/>
            <p:nvPr/>
          </p:nvSpPr>
          <p:spPr>
            <a:xfrm>
              <a:off x="7911233" y="1918916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8987BCA-2CAA-96C3-0F3E-F8ABFB5F0526}"/>
                </a:ext>
              </a:extLst>
            </p:cNvPr>
            <p:cNvSpPr/>
            <p:nvPr/>
          </p:nvSpPr>
          <p:spPr>
            <a:xfrm>
              <a:off x="8377955" y="1918916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10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EDB6AA6-2B73-9366-942D-111DD5C66495}"/>
                </a:ext>
              </a:extLst>
            </p:cNvPr>
            <p:cNvSpPr/>
            <p:nvPr/>
          </p:nvSpPr>
          <p:spPr>
            <a:xfrm>
              <a:off x="8844677" y="1918916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C872957-2957-8250-3FC7-BDB4C4C43CF4}"/>
                </a:ext>
              </a:extLst>
            </p:cNvPr>
            <p:cNvSpPr/>
            <p:nvPr/>
          </p:nvSpPr>
          <p:spPr>
            <a:xfrm>
              <a:off x="7369696" y="2444664"/>
              <a:ext cx="2016517" cy="584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90BA4BB-3176-AFB6-0619-41CDD257BD68}"/>
                </a:ext>
              </a:extLst>
            </p:cNvPr>
            <p:cNvSpPr/>
            <p:nvPr/>
          </p:nvSpPr>
          <p:spPr>
            <a:xfrm>
              <a:off x="7444510" y="2503690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51625FF-1743-1DE7-6FB3-5F44B0CFCE10}"/>
                </a:ext>
              </a:extLst>
            </p:cNvPr>
            <p:cNvSpPr/>
            <p:nvPr/>
          </p:nvSpPr>
          <p:spPr>
            <a:xfrm>
              <a:off x="7911232" y="2503690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B43CD7E-FC8F-59B8-A6CF-1A5C2FD77447}"/>
                </a:ext>
              </a:extLst>
            </p:cNvPr>
            <p:cNvSpPr/>
            <p:nvPr/>
          </p:nvSpPr>
          <p:spPr>
            <a:xfrm>
              <a:off x="8377954" y="2503690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A51AF31-9D00-06C2-8E8D-5D57294ACF1B}"/>
                </a:ext>
              </a:extLst>
            </p:cNvPr>
            <p:cNvSpPr/>
            <p:nvPr/>
          </p:nvSpPr>
          <p:spPr>
            <a:xfrm>
              <a:off x="8844676" y="2503690"/>
              <a:ext cx="466722" cy="4667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15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772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9F107BA-FF70-B735-C341-8EC5FED8BDF3}"/>
              </a:ext>
            </a:extLst>
          </p:cNvPr>
          <p:cNvSpPr/>
          <p:nvPr/>
        </p:nvSpPr>
        <p:spPr>
          <a:xfrm>
            <a:off x="2210305" y="1380683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194CAA-0982-2983-B522-9FFEF52325AE}"/>
              </a:ext>
            </a:extLst>
          </p:cNvPr>
          <p:cNvSpPr/>
          <p:nvPr/>
        </p:nvSpPr>
        <p:spPr>
          <a:xfrm>
            <a:off x="2779534" y="1380682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63509E-8DE7-7D1E-CBE9-FC129242CA4B}"/>
              </a:ext>
            </a:extLst>
          </p:cNvPr>
          <p:cNvSpPr/>
          <p:nvPr/>
        </p:nvSpPr>
        <p:spPr>
          <a:xfrm>
            <a:off x="3348763" y="1380681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814F0-FB57-6EA5-BC0F-99D60A4FBD83}"/>
              </a:ext>
            </a:extLst>
          </p:cNvPr>
          <p:cNvSpPr/>
          <p:nvPr/>
        </p:nvSpPr>
        <p:spPr>
          <a:xfrm>
            <a:off x="3917992" y="1380680"/>
            <a:ext cx="569229" cy="6661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np.array([1,2,3,4])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1641076" y="138068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D8F646-290D-FD26-A80F-84BD148F53D7}"/>
              </a:ext>
            </a:extLst>
          </p:cNvPr>
          <p:cNvSpPr txBox="1"/>
          <p:nvPr/>
        </p:nvSpPr>
        <p:spPr>
          <a:xfrm>
            <a:off x="1799615" y="2597425"/>
            <a:ext cx="3801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   =&gt; [1,2,3,4]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a.T =&gt; [1,2,3,4]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1775AF-2883-A591-6344-DD09F8E19909}"/>
              </a:ext>
            </a:extLst>
          </p:cNvPr>
          <p:cNvSpPr/>
          <p:nvPr/>
        </p:nvSpPr>
        <p:spPr>
          <a:xfrm>
            <a:off x="6655136" y="630005"/>
            <a:ext cx="611399" cy="6113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B64196-195F-78E2-543B-DA851483F759}"/>
              </a:ext>
            </a:extLst>
          </p:cNvPr>
          <p:cNvSpPr/>
          <p:nvPr/>
        </p:nvSpPr>
        <p:spPr>
          <a:xfrm>
            <a:off x="7266535" y="630005"/>
            <a:ext cx="611399" cy="6113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FA3F27-EDFF-2214-9A7C-652A9FB54E7B}"/>
              </a:ext>
            </a:extLst>
          </p:cNvPr>
          <p:cNvSpPr/>
          <p:nvPr/>
        </p:nvSpPr>
        <p:spPr>
          <a:xfrm>
            <a:off x="7877934" y="630005"/>
            <a:ext cx="611399" cy="6113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5BC8F5-82E9-64B7-8915-C8A194DBB47E}"/>
              </a:ext>
            </a:extLst>
          </p:cNvPr>
          <p:cNvSpPr/>
          <p:nvPr/>
        </p:nvSpPr>
        <p:spPr>
          <a:xfrm>
            <a:off x="8489333" y="630005"/>
            <a:ext cx="611399" cy="6113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F68C960-26A9-2B04-FC16-46AAAAC735CF}"/>
              </a:ext>
            </a:extLst>
          </p:cNvPr>
          <p:cNvGrpSpPr/>
          <p:nvPr/>
        </p:nvGrpSpPr>
        <p:grpSpPr>
          <a:xfrm>
            <a:off x="7684636" y="1898843"/>
            <a:ext cx="784552" cy="765634"/>
            <a:chOff x="7704781" y="1898843"/>
            <a:chExt cx="784552" cy="76563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181794-2681-3259-7D0B-C4A13D25B69C}"/>
                </a:ext>
              </a:extLst>
            </p:cNvPr>
            <p:cNvSpPr/>
            <p:nvPr/>
          </p:nvSpPr>
          <p:spPr>
            <a:xfrm>
              <a:off x="7704781" y="1898843"/>
              <a:ext cx="784552" cy="765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F816E8-22EB-CCAF-5A01-034633FDF118}"/>
                </a:ext>
              </a:extLst>
            </p:cNvPr>
            <p:cNvSpPr/>
            <p:nvPr/>
          </p:nvSpPr>
          <p:spPr>
            <a:xfrm>
              <a:off x="7791358" y="1975961"/>
              <a:ext cx="611399" cy="611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00E4217-C526-CD52-EC63-976CC2DCA936}"/>
              </a:ext>
            </a:extLst>
          </p:cNvPr>
          <p:cNvGrpSpPr/>
          <p:nvPr/>
        </p:nvGrpSpPr>
        <p:grpSpPr>
          <a:xfrm>
            <a:off x="7684636" y="2664477"/>
            <a:ext cx="784552" cy="765634"/>
            <a:chOff x="7698066" y="2664477"/>
            <a:chExt cx="784552" cy="76563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A55634F-4C72-1A59-C1B7-1912CA29A6EC}"/>
                </a:ext>
              </a:extLst>
            </p:cNvPr>
            <p:cNvSpPr/>
            <p:nvPr/>
          </p:nvSpPr>
          <p:spPr>
            <a:xfrm>
              <a:off x="7698066" y="2664477"/>
              <a:ext cx="784552" cy="765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A7F258-A74D-7B31-D348-572AEB613D57}"/>
                </a:ext>
              </a:extLst>
            </p:cNvPr>
            <p:cNvSpPr/>
            <p:nvPr/>
          </p:nvSpPr>
          <p:spPr>
            <a:xfrm>
              <a:off x="7784643" y="2741595"/>
              <a:ext cx="611399" cy="611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16BA93E-C61E-4A35-DE17-22146273D829}"/>
              </a:ext>
            </a:extLst>
          </p:cNvPr>
          <p:cNvGrpSpPr/>
          <p:nvPr/>
        </p:nvGrpSpPr>
        <p:grpSpPr>
          <a:xfrm>
            <a:off x="7684636" y="3430111"/>
            <a:ext cx="784552" cy="765634"/>
            <a:chOff x="7691351" y="3430111"/>
            <a:chExt cx="784552" cy="76563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B79D4D-A92D-F929-528D-F549E5263276}"/>
                </a:ext>
              </a:extLst>
            </p:cNvPr>
            <p:cNvSpPr/>
            <p:nvPr/>
          </p:nvSpPr>
          <p:spPr>
            <a:xfrm>
              <a:off x="7691351" y="3430111"/>
              <a:ext cx="784552" cy="765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739C81-4140-ADD1-AE21-91AB66DC1722}"/>
                </a:ext>
              </a:extLst>
            </p:cNvPr>
            <p:cNvSpPr/>
            <p:nvPr/>
          </p:nvSpPr>
          <p:spPr>
            <a:xfrm>
              <a:off x="7777928" y="3507229"/>
              <a:ext cx="611399" cy="611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8A14DA0-BC4B-06A4-D498-5B4BD9F4BF04}"/>
              </a:ext>
            </a:extLst>
          </p:cNvPr>
          <p:cNvGrpSpPr/>
          <p:nvPr/>
        </p:nvGrpSpPr>
        <p:grpSpPr>
          <a:xfrm>
            <a:off x="7684636" y="4195745"/>
            <a:ext cx="784552" cy="765634"/>
            <a:chOff x="7684636" y="4195745"/>
            <a:chExt cx="784552" cy="76563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65B80E6-DBFC-2054-85CF-7C4CFDD2724D}"/>
                </a:ext>
              </a:extLst>
            </p:cNvPr>
            <p:cNvSpPr/>
            <p:nvPr/>
          </p:nvSpPr>
          <p:spPr>
            <a:xfrm>
              <a:off x="7684636" y="4195745"/>
              <a:ext cx="784552" cy="7656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3C2F46F-5000-D19B-98D0-ABA8AF310556}"/>
                </a:ext>
              </a:extLst>
            </p:cNvPr>
            <p:cNvSpPr/>
            <p:nvPr/>
          </p:nvSpPr>
          <p:spPr>
            <a:xfrm>
              <a:off x="7771213" y="4272863"/>
              <a:ext cx="611399" cy="611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8857698-0837-7927-F76D-B4E3123A28F5}"/>
              </a:ext>
            </a:extLst>
          </p:cNvPr>
          <p:cNvSpPr txBox="1"/>
          <p:nvPr/>
        </p:nvSpPr>
        <p:spPr>
          <a:xfrm>
            <a:off x="8795032" y="1965455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a.reshape(-1,1)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741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923F09E-3924-A1FF-CB7E-F121DCEB499D}"/>
              </a:ext>
            </a:extLst>
          </p:cNvPr>
          <p:cNvSpPr/>
          <p:nvPr/>
        </p:nvSpPr>
        <p:spPr>
          <a:xfrm>
            <a:off x="3071375" y="136416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786411" y="429950"/>
            <a:ext cx="4839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np.array([[1,2],[3,4],[5,6]])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2463610" y="136416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A44C5A-FA82-59CF-918A-81E616C17750}"/>
              </a:ext>
            </a:extLst>
          </p:cNvPr>
          <p:cNvSpPr/>
          <p:nvPr/>
        </p:nvSpPr>
        <p:spPr>
          <a:xfrm>
            <a:off x="3166687" y="145328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04F79-45F1-54E4-A812-12ADBB91E9FA}"/>
              </a:ext>
            </a:extLst>
          </p:cNvPr>
          <p:cNvSpPr/>
          <p:nvPr/>
        </p:nvSpPr>
        <p:spPr>
          <a:xfrm>
            <a:off x="3751462" y="145328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48148-14F6-4598-B6DD-63EADB79CE68}"/>
              </a:ext>
            </a:extLst>
          </p:cNvPr>
          <p:cNvSpPr/>
          <p:nvPr/>
        </p:nvSpPr>
        <p:spPr>
          <a:xfrm>
            <a:off x="3071375" y="212718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2C14F-BB7F-191A-71A1-E8F601D549A6}"/>
              </a:ext>
            </a:extLst>
          </p:cNvPr>
          <p:cNvSpPr/>
          <p:nvPr/>
        </p:nvSpPr>
        <p:spPr>
          <a:xfrm>
            <a:off x="3166687" y="2220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9CE5BD-2F6F-C795-8DF3-401F3ECB3069}"/>
              </a:ext>
            </a:extLst>
          </p:cNvPr>
          <p:cNvSpPr/>
          <p:nvPr/>
        </p:nvSpPr>
        <p:spPr>
          <a:xfrm>
            <a:off x="3751462" y="2220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63B1EC-3FC2-A623-4C88-FC553367304A}"/>
              </a:ext>
            </a:extLst>
          </p:cNvPr>
          <p:cNvSpPr/>
          <p:nvPr/>
        </p:nvSpPr>
        <p:spPr>
          <a:xfrm>
            <a:off x="3068347" y="2894535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B33FF1-CAC1-E2ED-972B-8FA4DF6FA2B6}"/>
              </a:ext>
            </a:extLst>
          </p:cNvPr>
          <p:cNvSpPr/>
          <p:nvPr/>
        </p:nvSpPr>
        <p:spPr>
          <a:xfrm>
            <a:off x="3163659" y="2987990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2F4224-4F37-D3A0-FC93-70CA94F4F203}"/>
              </a:ext>
            </a:extLst>
          </p:cNvPr>
          <p:cNvSpPr/>
          <p:nvPr/>
        </p:nvSpPr>
        <p:spPr>
          <a:xfrm>
            <a:off x="3748434" y="2987990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9F9D0-3D76-3238-758A-1D67BC0ECBDD}"/>
              </a:ext>
            </a:extLst>
          </p:cNvPr>
          <p:cNvSpPr txBox="1"/>
          <p:nvPr/>
        </p:nvSpPr>
        <p:spPr>
          <a:xfrm>
            <a:off x="6096000" y="1151616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a.T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EC38E-D6C6-01C7-BDF4-9AD814372C7B}"/>
              </a:ext>
            </a:extLst>
          </p:cNvPr>
          <p:cNvSpPr txBox="1"/>
          <p:nvPr/>
        </p:nvSpPr>
        <p:spPr>
          <a:xfrm>
            <a:off x="3163659" y="3743010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D11C4-E2AF-4E04-103B-6371FDA3F2D3}"/>
              </a:ext>
            </a:extLst>
          </p:cNvPr>
          <p:cNvSpPr txBox="1"/>
          <p:nvPr/>
        </p:nvSpPr>
        <p:spPr>
          <a:xfrm>
            <a:off x="5918970" y="3743010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12D235-A52B-9094-B397-5B6EB4F628A4}"/>
              </a:ext>
            </a:extLst>
          </p:cNvPr>
          <p:cNvSpPr/>
          <p:nvPr/>
        </p:nvSpPr>
        <p:spPr>
          <a:xfrm>
            <a:off x="5754158" y="1782452"/>
            <a:ext cx="191832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93AB4E-8010-6B8E-F6AF-DAAC839C2402}"/>
              </a:ext>
            </a:extLst>
          </p:cNvPr>
          <p:cNvSpPr/>
          <p:nvPr/>
        </p:nvSpPr>
        <p:spPr>
          <a:xfrm>
            <a:off x="5849470" y="1871573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26784A-3524-7E19-B6B9-4A8FBA12E663}"/>
              </a:ext>
            </a:extLst>
          </p:cNvPr>
          <p:cNvSpPr/>
          <p:nvPr/>
        </p:nvSpPr>
        <p:spPr>
          <a:xfrm>
            <a:off x="6434245" y="1871573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D66CAA-08F6-169E-510A-639543931D90}"/>
              </a:ext>
            </a:extLst>
          </p:cNvPr>
          <p:cNvSpPr/>
          <p:nvPr/>
        </p:nvSpPr>
        <p:spPr>
          <a:xfrm>
            <a:off x="7019020" y="1869860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51F4B59-C4F7-F57D-35EF-4FBC3E29F008}"/>
              </a:ext>
            </a:extLst>
          </p:cNvPr>
          <p:cNvSpPr/>
          <p:nvPr/>
        </p:nvSpPr>
        <p:spPr>
          <a:xfrm>
            <a:off x="5754158" y="2548090"/>
            <a:ext cx="191832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318DC0-1C8F-0627-83CC-282273E1D18A}"/>
              </a:ext>
            </a:extLst>
          </p:cNvPr>
          <p:cNvSpPr/>
          <p:nvPr/>
        </p:nvSpPr>
        <p:spPr>
          <a:xfrm>
            <a:off x="5849470" y="2637211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EA44918-C240-2DF7-FCA8-DACD5ADB2006}"/>
              </a:ext>
            </a:extLst>
          </p:cNvPr>
          <p:cNvSpPr/>
          <p:nvPr/>
        </p:nvSpPr>
        <p:spPr>
          <a:xfrm>
            <a:off x="6434245" y="2637211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30520E-A9F8-FCEE-406E-589F9322FA62}"/>
              </a:ext>
            </a:extLst>
          </p:cNvPr>
          <p:cNvSpPr/>
          <p:nvPr/>
        </p:nvSpPr>
        <p:spPr>
          <a:xfrm>
            <a:off x="7019020" y="263549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EE2CF988-B055-A362-2FA7-02320B776433}"/>
              </a:ext>
            </a:extLst>
          </p:cNvPr>
          <p:cNvSpPr/>
          <p:nvPr/>
        </p:nvSpPr>
        <p:spPr>
          <a:xfrm>
            <a:off x="5038283" y="2276917"/>
            <a:ext cx="490506" cy="5284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8E9638-7A66-ABCD-B2AC-AB8CE100ED4A}"/>
              </a:ext>
            </a:extLst>
          </p:cNvPr>
          <p:cNvSpPr txBox="1"/>
          <p:nvPr/>
        </p:nvSpPr>
        <p:spPr>
          <a:xfrm>
            <a:off x="4871397" y="4506019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F07D6-A427-4E14-B463-68B73F9AD1C3}"/>
              </a:ext>
            </a:extLst>
          </p:cNvPr>
          <p:cNvSpPr txBox="1"/>
          <p:nvPr/>
        </p:nvSpPr>
        <p:spPr>
          <a:xfrm>
            <a:off x="4871397" y="5269028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1312A11-479F-C994-67F6-CB884FE42E99}"/>
              </a:ext>
            </a:extLst>
          </p:cNvPr>
          <p:cNvCxnSpPr/>
          <p:nvPr/>
        </p:nvCxnSpPr>
        <p:spPr>
          <a:xfrm>
            <a:off x="5283536" y="4965616"/>
            <a:ext cx="470622" cy="460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4CFDCBE-B2D6-FB1F-E2DE-1035AF531AAF}"/>
              </a:ext>
            </a:extLst>
          </p:cNvPr>
          <p:cNvCxnSpPr>
            <a:cxnSpLocks/>
          </p:cNvCxnSpPr>
          <p:nvPr/>
        </p:nvCxnSpPr>
        <p:spPr>
          <a:xfrm flipH="1">
            <a:off x="5273887" y="4965616"/>
            <a:ext cx="460972" cy="460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452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BC7F48-2F64-0862-C850-C1E8FE896F9B}"/>
              </a:ext>
            </a:extLst>
          </p:cNvPr>
          <p:cNvSpPr/>
          <p:nvPr/>
        </p:nvSpPr>
        <p:spPr>
          <a:xfrm>
            <a:off x="6409605" y="1002543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23F09E-3924-A1FF-CB7E-F121DCEB499D}"/>
              </a:ext>
            </a:extLst>
          </p:cNvPr>
          <p:cNvSpPr/>
          <p:nvPr/>
        </p:nvSpPr>
        <p:spPr>
          <a:xfrm>
            <a:off x="6504917" y="109166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047624" y="39448"/>
            <a:ext cx="653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a = np.array([[[1,2],[3,4]], [[5,6],[7,8]]]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a.transpose(2,1,0)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5414140" y="100254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A44C5A-FA82-59CF-918A-81E616C17750}"/>
              </a:ext>
            </a:extLst>
          </p:cNvPr>
          <p:cNvSpPr/>
          <p:nvPr/>
        </p:nvSpPr>
        <p:spPr>
          <a:xfrm>
            <a:off x="6600229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04F79-45F1-54E4-A812-12ADBB91E9FA}"/>
              </a:ext>
            </a:extLst>
          </p:cNvPr>
          <p:cNvSpPr/>
          <p:nvPr/>
        </p:nvSpPr>
        <p:spPr>
          <a:xfrm>
            <a:off x="7185004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48148-14F6-4598-B6DD-63EADB79CE68}"/>
              </a:ext>
            </a:extLst>
          </p:cNvPr>
          <p:cNvSpPr/>
          <p:nvPr/>
        </p:nvSpPr>
        <p:spPr>
          <a:xfrm>
            <a:off x="6504917" y="185468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2C14F-BB7F-191A-71A1-E8F601D549A6}"/>
              </a:ext>
            </a:extLst>
          </p:cNvPr>
          <p:cNvSpPr/>
          <p:nvPr/>
        </p:nvSpPr>
        <p:spPr>
          <a:xfrm>
            <a:off x="6600229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9CE5BD-2F6F-C795-8DF3-401F3ECB3069}"/>
              </a:ext>
            </a:extLst>
          </p:cNvPr>
          <p:cNvSpPr/>
          <p:nvPr/>
        </p:nvSpPr>
        <p:spPr>
          <a:xfrm>
            <a:off x="7185004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BB58E3-129E-B4A4-C959-C2205C64E2EB}"/>
              </a:ext>
            </a:extLst>
          </p:cNvPr>
          <p:cNvSpPr/>
          <p:nvPr/>
        </p:nvSpPr>
        <p:spPr>
          <a:xfrm>
            <a:off x="6409605" y="2706866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2F0487-B1F7-06F8-65A2-A996641A388F}"/>
              </a:ext>
            </a:extLst>
          </p:cNvPr>
          <p:cNvSpPr/>
          <p:nvPr/>
        </p:nvSpPr>
        <p:spPr>
          <a:xfrm>
            <a:off x="6504917" y="279598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41F971-0436-6EDE-0E65-956AFF2C83B9}"/>
              </a:ext>
            </a:extLst>
          </p:cNvPr>
          <p:cNvSpPr/>
          <p:nvPr/>
        </p:nvSpPr>
        <p:spPr>
          <a:xfrm>
            <a:off x="6600229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A504D2-205D-115F-6B79-735FF51C642E}"/>
              </a:ext>
            </a:extLst>
          </p:cNvPr>
          <p:cNvSpPr/>
          <p:nvPr/>
        </p:nvSpPr>
        <p:spPr>
          <a:xfrm>
            <a:off x="7185004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6B56FF-C41F-6D00-912E-7F7F16A3ED5D}"/>
              </a:ext>
            </a:extLst>
          </p:cNvPr>
          <p:cNvSpPr/>
          <p:nvPr/>
        </p:nvSpPr>
        <p:spPr>
          <a:xfrm>
            <a:off x="6504917" y="355900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7EF893-2A6D-3BE9-BFE5-4BB6FE8CE3AB}"/>
              </a:ext>
            </a:extLst>
          </p:cNvPr>
          <p:cNvSpPr/>
          <p:nvPr/>
        </p:nvSpPr>
        <p:spPr>
          <a:xfrm>
            <a:off x="6600229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BBE9D2-2007-7E45-BE61-A87283F22508}"/>
              </a:ext>
            </a:extLst>
          </p:cNvPr>
          <p:cNvSpPr/>
          <p:nvPr/>
        </p:nvSpPr>
        <p:spPr>
          <a:xfrm>
            <a:off x="7185004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4B5A1-8386-7187-3EEB-7631570A882B}"/>
              </a:ext>
            </a:extLst>
          </p:cNvPr>
          <p:cNvSpPr txBox="1"/>
          <p:nvPr/>
        </p:nvSpPr>
        <p:spPr>
          <a:xfrm>
            <a:off x="1798930" y="1002543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(2,2,2)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3F75E-97F9-E48B-2012-306DFB223AB4}"/>
              </a:ext>
            </a:extLst>
          </p:cNvPr>
          <p:cNvSpPr txBox="1"/>
          <p:nvPr/>
        </p:nvSpPr>
        <p:spPr>
          <a:xfrm>
            <a:off x="1798930" y="1700909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(2,2,2)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A07FA3A-ED10-442F-60A5-C77DECD16B3A}"/>
              </a:ext>
            </a:extLst>
          </p:cNvPr>
          <p:cNvCxnSpPr/>
          <p:nvPr/>
        </p:nvCxnSpPr>
        <p:spPr>
          <a:xfrm flipH="1">
            <a:off x="2192138" y="1473172"/>
            <a:ext cx="950734" cy="38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1F8555-5C6B-7746-7A84-F9E0B936055F}"/>
              </a:ext>
            </a:extLst>
          </p:cNvPr>
          <p:cNvCxnSpPr>
            <a:cxnSpLocks/>
          </p:cNvCxnSpPr>
          <p:nvPr/>
        </p:nvCxnSpPr>
        <p:spPr>
          <a:xfrm>
            <a:off x="2226641" y="1491842"/>
            <a:ext cx="946555" cy="378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C5CCA4B-E352-6D9E-7164-7AAFD5CD0701}"/>
              </a:ext>
            </a:extLst>
          </p:cNvPr>
          <p:cNvCxnSpPr>
            <a:cxnSpLocks/>
          </p:cNvCxnSpPr>
          <p:nvPr/>
        </p:nvCxnSpPr>
        <p:spPr>
          <a:xfrm>
            <a:off x="2650254" y="1523511"/>
            <a:ext cx="0" cy="31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01F4B1B-000E-384C-3FA4-9E036693177B}"/>
              </a:ext>
            </a:extLst>
          </p:cNvPr>
          <p:cNvSpPr/>
          <p:nvPr/>
        </p:nvSpPr>
        <p:spPr>
          <a:xfrm>
            <a:off x="9434712" y="1002543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06D2749-6977-62B2-652E-F43213622800}"/>
              </a:ext>
            </a:extLst>
          </p:cNvPr>
          <p:cNvSpPr/>
          <p:nvPr/>
        </p:nvSpPr>
        <p:spPr>
          <a:xfrm>
            <a:off x="9530024" y="109166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78D127-946E-2E9E-5F8F-2892C17F3B79}"/>
              </a:ext>
            </a:extLst>
          </p:cNvPr>
          <p:cNvSpPr/>
          <p:nvPr/>
        </p:nvSpPr>
        <p:spPr>
          <a:xfrm>
            <a:off x="9625336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3E60885-4752-4CD7-47FF-EBEF6775ACBB}"/>
              </a:ext>
            </a:extLst>
          </p:cNvPr>
          <p:cNvSpPr/>
          <p:nvPr/>
        </p:nvSpPr>
        <p:spPr>
          <a:xfrm>
            <a:off x="10210111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EE49B29-0C0E-9B06-46AE-B7382A0D9B2B}"/>
              </a:ext>
            </a:extLst>
          </p:cNvPr>
          <p:cNvSpPr/>
          <p:nvPr/>
        </p:nvSpPr>
        <p:spPr>
          <a:xfrm>
            <a:off x="9530024" y="185468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FC67F2-C2C5-E751-C32C-7DA0B7E1D514}"/>
              </a:ext>
            </a:extLst>
          </p:cNvPr>
          <p:cNvSpPr/>
          <p:nvPr/>
        </p:nvSpPr>
        <p:spPr>
          <a:xfrm>
            <a:off x="9625336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99C40CC-9147-6C16-C5DF-5A3FA0E794DD}"/>
              </a:ext>
            </a:extLst>
          </p:cNvPr>
          <p:cNvSpPr/>
          <p:nvPr/>
        </p:nvSpPr>
        <p:spPr>
          <a:xfrm>
            <a:off x="10210111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67EF2F-4AC7-FC2C-4F62-EFAECE24AA5A}"/>
              </a:ext>
            </a:extLst>
          </p:cNvPr>
          <p:cNvSpPr/>
          <p:nvPr/>
        </p:nvSpPr>
        <p:spPr>
          <a:xfrm>
            <a:off x="9434712" y="2706866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CA90D5C-D651-C89F-F1E4-9D7F7D51EAC2}"/>
              </a:ext>
            </a:extLst>
          </p:cNvPr>
          <p:cNvSpPr/>
          <p:nvPr/>
        </p:nvSpPr>
        <p:spPr>
          <a:xfrm>
            <a:off x="9530024" y="279598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F95D84-FCFB-9D1A-1944-21D7F841550E}"/>
              </a:ext>
            </a:extLst>
          </p:cNvPr>
          <p:cNvSpPr/>
          <p:nvPr/>
        </p:nvSpPr>
        <p:spPr>
          <a:xfrm>
            <a:off x="9625336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E6416ED-1C2E-5995-897F-2D1A3EF2F9F3}"/>
              </a:ext>
            </a:extLst>
          </p:cNvPr>
          <p:cNvSpPr/>
          <p:nvPr/>
        </p:nvSpPr>
        <p:spPr>
          <a:xfrm>
            <a:off x="10210111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550E82B-54DD-08DB-BBBB-F6D73666F550}"/>
              </a:ext>
            </a:extLst>
          </p:cNvPr>
          <p:cNvSpPr/>
          <p:nvPr/>
        </p:nvSpPr>
        <p:spPr>
          <a:xfrm>
            <a:off x="9530024" y="355900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2DB1DF-EF70-0F09-7C65-2C8F14F031A7}"/>
              </a:ext>
            </a:extLst>
          </p:cNvPr>
          <p:cNvSpPr/>
          <p:nvPr/>
        </p:nvSpPr>
        <p:spPr>
          <a:xfrm>
            <a:off x="9625336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7178B05-56C4-9CDC-877C-024E17B13719}"/>
              </a:ext>
            </a:extLst>
          </p:cNvPr>
          <p:cNvSpPr/>
          <p:nvPr/>
        </p:nvSpPr>
        <p:spPr>
          <a:xfrm>
            <a:off x="10210111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6C384C3E-26D3-E855-64BC-4E5DECE509A9}"/>
              </a:ext>
            </a:extLst>
          </p:cNvPr>
          <p:cNvSpPr/>
          <p:nvPr/>
        </p:nvSpPr>
        <p:spPr>
          <a:xfrm>
            <a:off x="8420126" y="2385918"/>
            <a:ext cx="545007" cy="49919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330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BC7F48-2F64-0862-C850-C1E8FE896F9B}"/>
              </a:ext>
            </a:extLst>
          </p:cNvPr>
          <p:cNvSpPr/>
          <p:nvPr/>
        </p:nvSpPr>
        <p:spPr>
          <a:xfrm>
            <a:off x="6409605" y="1002543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23F09E-3924-A1FF-CB7E-F121DCEB499D}"/>
              </a:ext>
            </a:extLst>
          </p:cNvPr>
          <p:cNvSpPr/>
          <p:nvPr/>
        </p:nvSpPr>
        <p:spPr>
          <a:xfrm>
            <a:off x="6504917" y="109166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7275F-74D7-B0FB-0EB8-D0D0E68A2AF9}"/>
              </a:ext>
            </a:extLst>
          </p:cNvPr>
          <p:cNvSpPr txBox="1"/>
          <p:nvPr/>
        </p:nvSpPr>
        <p:spPr>
          <a:xfrm>
            <a:off x="1047624" y="39448"/>
            <a:ext cx="653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a = np.array([[[1,2],[3,4]], [[5,6],[7,8]]]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a.transpose(2,0,1)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14479-8960-76B6-4198-4FD0E8DB037B}"/>
              </a:ext>
            </a:extLst>
          </p:cNvPr>
          <p:cNvSpPr txBox="1"/>
          <p:nvPr/>
        </p:nvSpPr>
        <p:spPr>
          <a:xfrm>
            <a:off x="5414140" y="100254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A44C5A-FA82-59CF-918A-81E616C17750}"/>
              </a:ext>
            </a:extLst>
          </p:cNvPr>
          <p:cNvSpPr/>
          <p:nvPr/>
        </p:nvSpPr>
        <p:spPr>
          <a:xfrm>
            <a:off x="6600229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04F79-45F1-54E4-A812-12ADBB91E9FA}"/>
              </a:ext>
            </a:extLst>
          </p:cNvPr>
          <p:cNvSpPr/>
          <p:nvPr/>
        </p:nvSpPr>
        <p:spPr>
          <a:xfrm>
            <a:off x="7185004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48148-14F6-4598-B6DD-63EADB79CE68}"/>
              </a:ext>
            </a:extLst>
          </p:cNvPr>
          <p:cNvSpPr/>
          <p:nvPr/>
        </p:nvSpPr>
        <p:spPr>
          <a:xfrm>
            <a:off x="6504917" y="185468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A2C14F-BB7F-191A-71A1-E8F601D549A6}"/>
              </a:ext>
            </a:extLst>
          </p:cNvPr>
          <p:cNvSpPr/>
          <p:nvPr/>
        </p:nvSpPr>
        <p:spPr>
          <a:xfrm>
            <a:off x="6600229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9CE5BD-2F6F-C795-8DF3-401F3ECB3069}"/>
              </a:ext>
            </a:extLst>
          </p:cNvPr>
          <p:cNvSpPr/>
          <p:nvPr/>
        </p:nvSpPr>
        <p:spPr>
          <a:xfrm>
            <a:off x="7185004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BB58E3-129E-B4A4-C959-C2205C64E2EB}"/>
              </a:ext>
            </a:extLst>
          </p:cNvPr>
          <p:cNvSpPr/>
          <p:nvPr/>
        </p:nvSpPr>
        <p:spPr>
          <a:xfrm>
            <a:off x="6409605" y="2706866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2F0487-B1F7-06F8-65A2-A996641A388F}"/>
              </a:ext>
            </a:extLst>
          </p:cNvPr>
          <p:cNvSpPr/>
          <p:nvPr/>
        </p:nvSpPr>
        <p:spPr>
          <a:xfrm>
            <a:off x="6504917" y="279598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41F971-0436-6EDE-0E65-956AFF2C83B9}"/>
              </a:ext>
            </a:extLst>
          </p:cNvPr>
          <p:cNvSpPr/>
          <p:nvPr/>
        </p:nvSpPr>
        <p:spPr>
          <a:xfrm>
            <a:off x="6600229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A504D2-205D-115F-6B79-735FF51C642E}"/>
              </a:ext>
            </a:extLst>
          </p:cNvPr>
          <p:cNvSpPr/>
          <p:nvPr/>
        </p:nvSpPr>
        <p:spPr>
          <a:xfrm>
            <a:off x="7185004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6B56FF-C41F-6D00-912E-7F7F16A3ED5D}"/>
              </a:ext>
            </a:extLst>
          </p:cNvPr>
          <p:cNvSpPr/>
          <p:nvPr/>
        </p:nvSpPr>
        <p:spPr>
          <a:xfrm>
            <a:off x="6504917" y="355900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7EF893-2A6D-3BE9-BFE5-4BB6FE8CE3AB}"/>
              </a:ext>
            </a:extLst>
          </p:cNvPr>
          <p:cNvSpPr/>
          <p:nvPr/>
        </p:nvSpPr>
        <p:spPr>
          <a:xfrm>
            <a:off x="6600229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BBE9D2-2007-7E45-BE61-A87283F22508}"/>
              </a:ext>
            </a:extLst>
          </p:cNvPr>
          <p:cNvSpPr/>
          <p:nvPr/>
        </p:nvSpPr>
        <p:spPr>
          <a:xfrm>
            <a:off x="7185004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4B5A1-8386-7187-3EEB-7631570A882B}"/>
              </a:ext>
            </a:extLst>
          </p:cNvPr>
          <p:cNvSpPr txBox="1"/>
          <p:nvPr/>
        </p:nvSpPr>
        <p:spPr>
          <a:xfrm>
            <a:off x="1798930" y="1002543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(2,2,2)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3F75E-97F9-E48B-2012-306DFB223AB4}"/>
              </a:ext>
            </a:extLst>
          </p:cNvPr>
          <p:cNvSpPr txBox="1"/>
          <p:nvPr/>
        </p:nvSpPr>
        <p:spPr>
          <a:xfrm>
            <a:off x="1798930" y="1700909"/>
            <a:ext cx="1766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(2,2,2)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A07FA3A-ED10-442F-60A5-C77DECD16B3A}"/>
              </a:ext>
            </a:extLst>
          </p:cNvPr>
          <p:cNvCxnSpPr/>
          <p:nvPr/>
        </p:nvCxnSpPr>
        <p:spPr>
          <a:xfrm flipH="1">
            <a:off x="2192138" y="1473172"/>
            <a:ext cx="950734" cy="38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1F8555-5C6B-7746-7A84-F9E0B936055F}"/>
              </a:ext>
            </a:extLst>
          </p:cNvPr>
          <p:cNvCxnSpPr>
            <a:cxnSpLocks/>
          </p:cNvCxnSpPr>
          <p:nvPr/>
        </p:nvCxnSpPr>
        <p:spPr>
          <a:xfrm>
            <a:off x="2226641" y="1491842"/>
            <a:ext cx="423613" cy="350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C5CCA4B-E352-6D9E-7164-7AAFD5CD0701}"/>
              </a:ext>
            </a:extLst>
          </p:cNvPr>
          <p:cNvCxnSpPr>
            <a:cxnSpLocks/>
          </p:cNvCxnSpPr>
          <p:nvPr/>
        </p:nvCxnSpPr>
        <p:spPr>
          <a:xfrm>
            <a:off x="2650254" y="1523511"/>
            <a:ext cx="444172" cy="31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01F4B1B-000E-384C-3FA4-9E036693177B}"/>
              </a:ext>
            </a:extLst>
          </p:cNvPr>
          <p:cNvSpPr/>
          <p:nvPr/>
        </p:nvSpPr>
        <p:spPr>
          <a:xfrm>
            <a:off x="9434712" y="1002543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06D2749-6977-62B2-652E-F43213622800}"/>
              </a:ext>
            </a:extLst>
          </p:cNvPr>
          <p:cNvSpPr/>
          <p:nvPr/>
        </p:nvSpPr>
        <p:spPr>
          <a:xfrm>
            <a:off x="9530024" y="109166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78D127-946E-2E9E-5F8F-2892C17F3B79}"/>
              </a:ext>
            </a:extLst>
          </p:cNvPr>
          <p:cNvSpPr/>
          <p:nvPr/>
        </p:nvSpPr>
        <p:spPr>
          <a:xfrm>
            <a:off x="9625336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3E60885-4752-4CD7-47FF-EBEF6775ACBB}"/>
              </a:ext>
            </a:extLst>
          </p:cNvPr>
          <p:cNvSpPr/>
          <p:nvPr/>
        </p:nvSpPr>
        <p:spPr>
          <a:xfrm>
            <a:off x="10210111" y="11807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EE49B29-0C0E-9B06-46AE-B7382A0D9B2B}"/>
              </a:ext>
            </a:extLst>
          </p:cNvPr>
          <p:cNvSpPr/>
          <p:nvPr/>
        </p:nvSpPr>
        <p:spPr>
          <a:xfrm>
            <a:off x="9530024" y="1854681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FC67F2-C2C5-E751-C32C-7DA0B7E1D514}"/>
              </a:ext>
            </a:extLst>
          </p:cNvPr>
          <p:cNvSpPr/>
          <p:nvPr/>
        </p:nvSpPr>
        <p:spPr>
          <a:xfrm>
            <a:off x="9625336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99C40CC-9147-6C16-C5DF-5A3FA0E794DD}"/>
              </a:ext>
            </a:extLst>
          </p:cNvPr>
          <p:cNvSpPr/>
          <p:nvPr/>
        </p:nvSpPr>
        <p:spPr>
          <a:xfrm>
            <a:off x="10210111" y="1948136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67EF2F-4AC7-FC2C-4F62-EFAECE24AA5A}"/>
              </a:ext>
            </a:extLst>
          </p:cNvPr>
          <p:cNvSpPr/>
          <p:nvPr/>
        </p:nvSpPr>
        <p:spPr>
          <a:xfrm>
            <a:off x="9434712" y="2706866"/>
            <a:ext cx="1541436" cy="17043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CA90D5C-D651-C89F-F1E4-9D7F7D51EAC2}"/>
              </a:ext>
            </a:extLst>
          </p:cNvPr>
          <p:cNvSpPr/>
          <p:nvPr/>
        </p:nvSpPr>
        <p:spPr>
          <a:xfrm>
            <a:off x="9530024" y="2795987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F95D84-FCFB-9D1A-1944-21D7F841550E}"/>
              </a:ext>
            </a:extLst>
          </p:cNvPr>
          <p:cNvSpPr/>
          <p:nvPr/>
        </p:nvSpPr>
        <p:spPr>
          <a:xfrm>
            <a:off x="9625336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E6416ED-1C2E-5995-897F-2D1A3EF2F9F3}"/>
              </a:ext>
            </a:extLst>
          </p:cNvPr>
          <p:cNvSpPr/>
          <p:nvPr/>
        </p:nvSpPr>
        <p:spPr>
          <a:xfrm>
            <a:off x="10210111" y="288510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550E82B-54DD-08DB-BBBB-F6D73666F550}"/>
              </a:ext>
            </a:extLst>
          </p:cNvPr>
          <p:cNvSpPr/>
          <p:nvPr/>
        </p:nvSpPr>
        <p:spPr>
          <a:xfrm>
            <a:off x="9530024" y="3559004"/>
            <a:ext cx="1360174" cy="7673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2DB1DF-EF70-0F09-7C65-2C8F14F031A7}"/>
              </a:ext>
            </a:extLst>
          </p:cNvPr>
          <p:cNvSpPr/>
          <p:nvPr/>
        </p:nvSpPr>
        <p:spPr>
          <a:xfrm>
            <a:off x="9625336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7178B05-56C4-9CDC-877C-024E17B13719}"/>
              </a:ext>
            </a:extLst>
          </p:cNvPr>
          <p:cNvSpPr/>
          <p:nvPr/>
        </p:nvSpPr>
        <p:spPr>
          <a:xfrm>
            <a:off x="10210111" y="365245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6C384C3E-26D3-E855-64BC-4E5DECE509A9}"/>
              </a:ext>
            </a:extLst>
          </p:cNvPr>
          <p:cNvSpPr/>
          <p:nvPr/>
        </p:nvSpPr>
        <p:spPr>
          <a:xfrm>
            <a:off x="8420126" y="2385918"/>
            <a:ext cx="545007" cy="49919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627CD-A85A-0E2F-BA11-C8268D178F4C}"/>
              </a:ext>
            </a:extLst>
          </p:cNvPr>
          <p:cNvSpPr txBox="1"/>
          <p:nvPr/>
        </p:nvSpPr>
        <p:spPr>
          <a:xfrm>
            <a:off x="1798930" y="3128048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(1,32,32,3)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1F0C19-8525-74CD-CE9E-161EBBAFD131}"/>
              </a:ext>
            </a:extLst>
          </p:cNvPr>
          <p:cNvSpPr txBox="1"/>
          <p:nvPr/>
        </p:nvSpPr>
        <p:spPr>
          <a:xfrm>
            <a:off x="1798930" y="3826414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(1,3,32,32)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3F2D076-E4F9-F833-D15B-E8ED09E9FFD1}"/>
              </a:ext>
            </a:extLst>
          </p:cNvPr>
          <p:cNvCxnSpPr>
            <a:cxnSpLocks/>
          </p:cNvCxnSpPr>
          <p:nvPr/>
        </p:nvCxnSpPr>
        <p:spPr>
          <a:xfrm flipH="1">
            <a:off x="2650254" y="3578864"/>
            <a:ext cx="1332231" cy="363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73406EC-1EF4-1CC6-7827-8AD1FD2D7C96}"/>
              </a:ext>
            </a:extLst>
          </p:cNvPr>
          <p:cNvCxnSpPr>
            <a:cxnSpLocks/>
          </p:cNvCxnSpPr>
          <p:nvPr/>
        </p:nvCxnSpPr>
        <p:spPr>
          <a:xfrm>
            <a:off x="2226641" y="3617347"/>
            <a:ext cx="0" cy="325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622812-B15C-C9DC-0841-7D49CA089F67}"/>
              </a:ext>
            </a:extLst>
          </p:cNvPr>
          <p:cNvCxnSpPr>
            <a:cxnSpLocks/>
          </p:cNvCxnSpPr>
          <p:nvPr/>
        </p:nvCxnSpPr>
        <p:spPr>
          <a:xfrm>
            <a:off x="2650254" y="3649016"/>
            <a:ext cx="444172" cy="31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B7D6780-BA8B-E48D-30EB-5DAE934B694C}"/>
              </a:ext>
            </a:extLst>
          </p:cNvPr>
          <p:cNvCxnSpPr>
            <a:cxnSpLocks/>
          </p:cNvCxnSpPr>
          <p:nvPr/>
        </p:nvCxnSpPr>
        <p:spPr>
          <a:xfrm>
            <a:off x="3398043" y="3666906"/>
            <a:ext cx="444172" cy="31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48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CA74C20-9205-A5F6-A8F0-303E755B5100}"/>
              </a:ext>
            </a:extLst>
          </p:cNvPr>
          <p:cNvSpPr/>
          <p:nvPr/>
        </p:nvSpPr>
        <p:spPr>
          <a:xfrm>
            <a:off x="141675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E27FF-AD30-DB84-6828-AA9012C4B5C8}"/>
              </a:ext>
            </a:extLst>
          </p:cNvPr>
          <p:cNvSpPr/>
          <p:nvPr/>
        </p:nvSpPr>
        <p:spPr>
          <a:xfrm>
            <a:off x="2001525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3D2836-BD53-8F6C-86B7-32AC47DADA68}"/>
              </a:ext>
            </a:extLst>
          </p:cNvPr>
          <p:cNvSpPr/>
          <p:nvPr/>
        </p:nvSpPr>
        <p:spPr>
          <a:xfrm>
            <a:off x="258630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5411AE-2AE2-A549-C281-85C5F23B54FB}"/>
              </a:ext>
            </a:extLst>
          </p:cNvPr>
          <p:cNvSpPr/>
          <p:nvPr/>
        </p:nvSpPr>
        <p:spPr>
          <a:xfrm>
            <a:off x="375585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51AC7F-31CD-D4B0-EF3B-594073DC636D}"/>
              </a:ext>
            </a:extLst>
          </p:cNvPr>
          <p:cNvSpPr/>
          <p:nvPr/>
        </p:nvSpPr>
        <p:spPr>
          <a:xfrm>
            <a:off x="4340625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95470E-C311-8C30-95FC-CF2511D90D3F}"/>
              </a:ext>
            </a:extLst>
          </p:cNvPr>
          <p:cNvSpPr/>
          <p:nvPr/>
        </p:nvSpPr>
        <p:spPr>
          <a:xfrm>
            <a:off x="492540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43252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np.array([1,2,3])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 = np.array([1,1,1])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np.sum(a*b)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*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42F50C6-9C38-EC28-B03E-7B0BB1989626}"/>
              </a:ext>
            </a:extLst>
          </p:cNvPr>
          <p:cNvSpPr/>
          <p:nvPr/>
        </p:nvSpPr>
        <p:spPr>
          <a:xfrm>
            <a:off x="5898183" y="2258917"/>
            <a:ext cx="496561" cy="40011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ECF5B9-3D39-7CC8-A98D-D252BE99BCAD}"/>
              </a:ext>
            </a:extLst>
          </p:cNvPr>
          <p:cNvSpPr/>
          <p:nvPr/>
        </p:nvSpPr>
        <p:spPr>
          <a:xfrm>
            <a:off x="6681827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337F9D-E024-B4AF-ACCA-C45B4B0560A3}"/>
              </a:ext>
            </a:extLst>
          </p:cNvPr>
          <p:cNvSpPr/>
          <p:nvPr/>
        </p:nvSpPr>
        <p:spPr>
          <a:xfrm>
            <a:off x="7266602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2E5DCE-5ED7-5E17-484B-D1F76EBC495F}"/>
              </a:ext>
            </a:extLst>
          </p:cNvPr>
          <p:cNvSpPr/>
          <p:nvPr/>
        </p:nvSpPr>
        <p:spPr>
          <a:xfrm>
            <a:off x="7851377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B2ADF9A-14F6-69CE-4C45-A9CB018D118D}"/>
              </a:ext>
            </a:extLst>
          </p:cNvPr>
          <p:cNvSpPr/>
          <p:nvPr/>
        </p:nvSpPr>
        <p:spPr>
          <a:xfrm>
            <a:off x="8720106" y="2258917"/>
            <a:ext cx="496561" cy="40011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9066D-1EC5-6AFE-03AE-3C628A4C4030}"/>
              </a:ext>
            </a:extLst>
          </p:cNvPr>
          <p:cNvSpPr txBox="1"/>
          <p:nvPr/>
        </p:nvSpPr>
        <p:spPr>
          <a:xfrm>
            <a:off x="945283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11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CA74C20-9205-A5F6-A8F0-303E755B5100}"/>
              </a:ext>
            </a:extLst>
          </p:cNvPr>
          <p:cNvSpPr/>
          <p:nvPr/>
        </p:nvSpPr>
        <p:spPr>
          <a:xfrm>
            <a:off x="141675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E27FF-AD30-DB84-6828-AA9012C4B5C8}"/>
              </a:ext>
            </a:extLst>
          </p:cNvPr>
          <p:cNvSpPr/>
          <p:nvPr/>
        </p:nvSpPr>
        <p:spPr>
          <a:xfrm>
            <a:off x="2001525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3D2836-BD53-8F6C-86B7-32AC47DADA68}"/>
              </a:ext>
            </a:extLst>
          </p:cNvPr>
          <p:cNvSpPr/>
          <p:nvPr/>
        </p:nvSpPr>
        <p:spPr>
          <a:xfrm>
            <a:off x="258630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5411AE-2AE2-A549-C281-85C5F23B54FB}"/>
              </a:ext>
            </a:extLst>
          </p:cNvPr>
          <p:cNvSpPr/>
          <p:nvPr/>
        </p:nvSpPr>
        <p:spPr>
          <a:xfrm>
            <a:off x="375585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51AC7F-31CD-D4B0-EF3B-594073DC636D}"/>
              </a:ext>
            </a:extLst>
          </p:cNvPr>
          <p:cNvSpPr/>
          <p:nvPr/>
        </p:nvSpPr>
        <p:spPr>
          <a:xfrm>
            <a:off x="4340625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95470E-C311-8C30-95FC-CF2511D90D3F}"/>
              </a:ext>
            </a:extLst>
          </p:cNvPr>
          <p:cNvSpPr/>
          <p:nvPr/>
        </p:nvSpPr>
        <p:spPr>
          <a:xfrm>
            <a:off x="492540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43252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np.array([1,2,3])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 = np.array([1,1,1])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*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42F50C6-9C38-EC28-B03E-7B0BB1989626}"/>
              </a:ext>
            </a:extLst>
          </p:cNvPr>
          <p:cNvSpPr/>
          <p:nvPr/>
        </p:nvSpPr>
        <p:spPr>
          <a:xfrm>
            <a:off x="5898183" y="2258917"/>
            <a:ext cx="496561" cy="40011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ECF5B9-3D39-7CC8-A98D-D252BE99BCAD}"/>
              </a:ext>
            </a:extLst>
          </p:cNvPr>
          <p:cNvSpPr/>
          <p:nvPr/>
        </p:nvSpPr>
        <p:spPr>
          <a:xfrm>
            <a:off x="6681827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337F9D-E024-B4AF-ACCA-C45B4B0560A3}"/>
              </a:ext>
            </a:extLst>
          </p:cNvPr>
          <p:cNvSpPr/>
          <p:nvPr/>
        </p:nvSpPr>
        <p:spPr>
          <a:xfrm>
            <a:off x="7266602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2E5DCE-5ED7-5E17-484B-D1F76EBC495F}"/>
              </a:ext>
            </a:extLst>
          </p:cNvPr>
          <p:cNvSpPr/>
          <p:nvPr/>
        </p:nvSpPr>
        <p:spPr>
          <a:xfrm>
            <a:off x="7851377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B2ADF9A-14F6-69CE-4C45-A9CB018D118D}"/>
              </a:ext>
            </a:extLst>
          </p:cNvPr>
          <p:cNvSpPr/>
          <p:nvPr/>
        </p:nvSpPr>
        <p:spPr>
          <a:xfrm>
            <a:off x="8720106" y="2258917"/>
            <a:ext cx="496561" cy="40011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9066D-1EC5-6AFE-03AE-3C628A4C4030}"/>
              </a:ext>
            </a:extLst>
          </p:cNvPr>
          <p:cNvSpPr txBox="1"/>
          <p:nvPr/>
        </p:nvSpPr>
        <p:spPr>
          <a:xfrm>
            <a:off x="945283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525197" y="3033870"/>
            <a:ext cx="3348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200">
                <a:latin typeface="Consolas" panose="020B0609020204030204" pitchFamily="49" charset="0"/>
              </a:rPr>
              <a:t>,)(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200">
                <a:latin typeface="Consolas" panose="020B0609020204030204" pitchFamily="49" charset="0"/>
              </a:rPr>
              <a:t>,) =&gt; ()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9F2BA286-D172-CD2D-768A-26C53A2F3630}"/>
              </a:ext>
            </a:extLst>
          </p:cNvPr>
          <p:cNvSpPr/>
          <p:nvPr/>
        </p:nvSpPr>
        <p:spPr>
          <a:xfrm>
            <a:off x="1416750" y="2826759"/>
            <a:ext cx="1654566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98DE21D9-7595-F833-7A3C-23B2E5FF2CC5}"/>
              </a:ext>
            </a:extLst>
          </p:cNvPr>
          <p:cNvSpPr/>
          <p:nvPr/>
        </p:nvSpPr>
        <p:spPr>
          <a:xfrm>
            <a:off x="3805729" y="2786138"/>
            <a:ext cx="1654566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933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3637765" y="2074252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A74C20-9205-A5F6-A8F0-303E755B5100}"/>
              </a:ext>
            </a:extLst>
          </p:cNvPr>
          <p:cNvSpPr/>
          <p:nvPr/>
        </p:nvSpPr>
        <p:spPr>
          <a:xfrm>
            <a:off x="141675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E27FF-AD30-DB84-6828-AA9012C4B5C8}"/>
              </a:ext>
            </a:extLst>
          </p:cNvPr>
          <p:cNvSpPr/>
          <p:nvPr/>
        </p:nvSpPr>
        <p:spPr>
          <a:xfrm>
            <a:off x="2001525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3D2836-BD53-8F6C-86B7-32AC47DADA68}"/>
              </a:ext>
            </a:extLst>
          </p:cNvPr>
          <p:cNvSpPr/>
          <p:nvPr/>
        </p:nvSpPr>
        <p:spPr>
          <a:xfrm>
            <a:off x="2586300" y="2166585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3716915" y="2143589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np.array([1,2,3])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 = np.array([[1,1],[2,2],[3,3]])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027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200">
                <a:latin typeface="Consolas" panose="020B0609020204030204" pitchFamily="49" charset="0"/>
              </a:rPr>
              <a:t>,)(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200">
                <a:latin typeface="Consolas" panose="020B0609020204030204" pitchFamily="49" charset="0"/>
              </a:rPr>
              <a:t>,2) =&gt; (2,)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3637765" y="2797701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3716915" y="2867038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3637765" y="352115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3716915" y="3590487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395566" y="2659027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E9C3FBA-088F-DC0A-EBD4-34DC5B9068C0}"/>
              </a:ext>
            </a:extLst>
          </p:cNvPr>
          <p:cNvGrpSpPr/>
          <p:nvPr/>
        </p:nvGrpSpPr>
        <p:grpSpPr>
          <a:xfrm>
            <a:off x="6351114" y="2659027"/>
            <a:ext cx="1169550" cy="584775"/>
            <a:chOff x="3755850" y="2166585"/>
            <a:chExt cx="1169550" cy="58477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69C8E0A-3696-42D5-B4B3-54DD52523D55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BAF53F4-C445-5829-A772-200FA71F12CF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14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477574" y="2907005"/>
            <a:ext cx="1654566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F33A6575-7A0D-6C26-D9E5-C2C22402077C}"/>
              </a:ext>
            </a:extLst>
          </p:cNvPr>
          <p:cNvSpPr/>
          <p:nvPr/>
        </p:nvSpPr>
        <p:spPr>
          <a:xfrm rot="5400000">
            <a:off x="2613259" y="3272743"/>
            <a:ext cx="1654566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1746642" y="221952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A74C20-9205-A5F6-A8F0-303E755B5100}"/>
              </a:ext>
            </a:extLst>
          </p:cNvPr>
          <p:cNvSpPr/>
          <p:nvPr/>
        </p:nvSpPr>
        <p:spPr>
          <a:xfrm>
            <a:off x="3796066" y="2366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E27FF-AD30-DB84-6828-AA9012C4B5C8}"/>
              </a:ext>
            </a:extLst>
          </p:cNvPr>
          <p:cNvSpPr/>
          <p:nvPr/>
        </p:nvSpPr>
        <p:spPr>
          <a:xfrm>
            <a:off x="4380841" y="2366639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1825792" y="2288857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np.array([[1,1],[2,2],[3,3]])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a = np.array([1,2])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027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2,</a:t>
            </a:r>
            <a:r>
              <a:rPr lang="en-US" altLang="ko-KR" sz="3200">
                <a:latin typeface="Consolas" panose="020B0609020204030204" pitchFamily="49" charset="0"/>
              </a:rPr>
              <a:t>) =&gt; (3,)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1746642" y="2942969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1825792" y="3012306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1746642" y="3666418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1825792" y="3735755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395566" y="2659027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9C8E0A-3696-42D5-B4B3-54DD52523D55}"/>
              </a:ext>
            </a:extLst>
          </p:cNvPr>
          <p:cNvSpPr/>
          <p:nvPr/>
        </p:nvSpPr>
        <p:spPr>
          <a:xfrm>
            <a:off x="6351114" y="2659027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AF53F4-C445-5829-A772-200FA71F12CF}"/>
              </a:ext>
            </a:extLst>
          </p:cNvPr>
          <p:cNvSpPr/>
          <p:nvPr/>
        </p:nvSpPr>
        <p:spPr>
          <a:xfrm>
            <a:off x="6935889" y="2659027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825792" y="1872547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EAD413-A1AE-9034-4795-DDB98A7679E9}"/>
              </a:ext>
            </a:extLst>
          </p:cNvPr>
          <p:cNvSpPr/>
          <p:nvPr/>
        </p:nvSpPr>
        <p:spPr>
          <a:xfrm>
            <a:off x="3814699" y="2029842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688C47-C201-BC8B-70BA-A004F87D282E}"/>
              </a:ext>
            </a:extLst>
          </p:cNvPr>
          <p:cNvSpPr/>
          <p:nvPr/>
        </p:nvSpPr>
        <p:spPr>
          <a:xfrm>
            <a:off x="7520664" y="2659027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33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1746642" y="221952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1825792" y="2288857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np.array([[1,1],[2,2],[3,3]])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a = np.array([[1],[2]])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,1) =&gt; (3,1)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1746642" y="2942969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1825792" y="3012306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1746642" y="3666418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1825792" y="3735755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395566" y="2659027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825792" y="1872547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EAD413-A1AE-9034-4795-DDB98A7679E9}"/>
              </a:ext>
            </a:extLst>
          </p:cNvPr>
          <p:cNvSpPr/>
          <p:nvPr/>
        </p:nvSpPr>
        <p:spPr>
          <a:xfrm rot="5400000">
            <a:off x="2973936" y="3092767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98F9E5-3D01-BE89-0651-00A82FF6C51B}"/>
              </a:ext>
            </a:extLst>
          </p:cNvPr>
          <p:cNvSpPr/>
          <p:nvPr/>
        </p:nvSpPr>
        <p:spPr>
          <a:xfrm>
            <a:off x="3718057" y="2431534"/>
            <a:ext cx="757053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97D557-F8B1-6281-6F97-F860B90E269C}"/>
              </a:ext>
            </a:extLst>
          </p:cNvPr>
          <p:cNvSpPr/>
          <p:nvPr/>
        </p:nvSpPr>
        <p:spPr>
          <a:xfrm>
            <a:off x="3797207" y="2500871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2AF118-B3CE-E708-C3CA-5AA18B96D33C}"/>
              </a:ext>
            </a:extLst>
          </p:cNvPr>
          <p:cNvSpPr/>
          <p:nvPr/>
        </p:nvSpPr>
        <p:spPr>
          <a:xfrm>
            <a:off x="3718057" y="3154983"/>
            <a:ext cx="757053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A9403C-1A30-308A-D5E2-AD1DEE98115D}"/>
              </a:ext>
            </a:extLst>
          </p:cNvPr>
          <p:cNvSpPr/>
          <p:nvPr/>
        </p:nvSpPr>
        <p:spPr>
          <a:xfrm>
            <a:off x="3797207" y="3224320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E19F9A-258D-627E-44AE-575BFB764171}"/>
              </a:ext>
            </a:extLst>
          </p:cNvPr>
          <p:cNvSpPr/>
          <p:nvPr/>
        </p:nvSpPr>
        <p:spPr>
          <a:xfrm>
            <a:off x="6782205" y="2032851"/>
            <a:ext cx="757053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CF58B9-9AFA-C550-9879-AAE693F285DF}"/>
              </a:ext>
            </a:extLst>
          </p:cNvPr>
          <p:cNvSpPr/>
          <p:nvPr/>
        </p:nvSpPr>
        <p:spPr>
          <a:xfrm>
            <a:off x="6861355" y="2102188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4969EAA-B885-3FA9-D308-A31CB3A7F070}"/>
              </a:ext>
            </a:extLst>
          </p:cNvPr>
          <p:cNvSpPr/>
          <p:nvPr/>
        </p:nvSpPr>
        <p:spPr>
          <a:xfrm>
            <a:off x="6782205" y="2756300"/>
            <a:ext cx="757053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8D78866-34B4-0BE8-3B2B-6497AA99293E}"/>
              </a:ext>
            </a:extLst>
          </p:cNvPr>
          <p:cNvSpPr/>
          <p:nvPr/>
        </p:nvSpPr>
        <p:spPr>
          <a:xfrm>
            <a:off x="6861355" y="2825637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7EA790-0749-3790-39E3-B580B563318A}"/>
              </a:ext>
            </a:extLst>
          </p:cNvPr>
          <p:cNvSpPr/>
          <p:nvPr/>
        </p:nvSpPr>
        <p:spPr>
          <a:xfrm>
            <a:off x="6782205" y="3485177"/>
            <a:ext cx="757053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A27116-A4C4-5F6B-5B46-C7F6D8D5AC40}"/>
              </a:ext>
            </a:extLst>
          </p:cNvPr>
          <p:cNvSpPr/>
          <p:nvPr/>
        </p:nvSpPr>
        <p:spPr>
          <a:xfrm>
            <a:off x="6861355" y="3554514"/>
            <a:ext cx="5847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82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1746642" y="221952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1825792" y="2288857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a = np.array([[1,1],[2,2],[3,3]])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b = np.array([[1,1],[2,2]])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,2) =&gt; (3,2)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1746642" y="2942969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1825792" y="3012306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1746642" y="3666418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1825792" y="3735755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554238" y="2625654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451618" y="3454404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EAD413-A1AE-9034-4795-DDB98A7679E9}"/>
              </a:ext>
            </a:extLst>
          </p:cNvPr>
          <p:cNvSpPr/>
          <p:nvPr/>
        </p:nvSpPr>
        <p:spPr>
          <a:xfrm rot="5400000">
            <a:off x="3055106" y="3026991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894B8-2812-F4ED-AFB8-0E6A82FDD169}"/>
              </a:ext>
            </a:extLst>
          </p:cNvPr>
          <p:cNvSpPr/>
          <p:nvPr/>
        </p:nvSpPr>
        <p:spPr>
          <a:xfrm>
            <a:off x="3839617" y="233326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CD55D4-79D4-579E-F7DF-0CA40175B59B}"/>
              </a:ext>
            </a:extLst>
          </p:cNvPr>
          <p:cNvGrpSpPr/>
          <p:nvPr/>
        </p:nvGrpSpPr>
        <p:grpSpPr>
          <a:xfrm>
            <a:off x="3918767" y="2402604"/>
            <a:ext cx="1169550" cy="584775"/>
            <a:chOff x="3755850" y="2166585"/>
            <a:chExt cx="1169550" cy="5847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E0D392-1D34-1E35-50B1-BCE39E2E0925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B910EC7-19F1-5955-3A87-E132F0CFBAB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9C3BEF-F748-0108-7191-7874560E3676}"/>
              </a:ext>
            </a:extLst>
          </p:cNvPr>
          <p:cNvSpPr/>
          <p:nvPr/>
        </p:nvSpPr>
        <p:spPr>
          <a:xfrm>
            <a:off x="3839617" y="305671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FE8DE49-6364-B1CB-00FD-2FE95825500B}"/>
              </a:ext>
            </a:extLst>
          </p:cNvPr>
          <p:cNvGrpSpPr/>
          <p:nvPr/>
        </p:nvGrpSpPr>
        <p:grpSpPr>
          <a:xfrm>
            <a:off x="3918767" y="3126053"/>
            <a:ext cx="1169550" cy="584775"/>
            <a:chOff x="3755850" y="2166585"/>
            <a:chExt cx="1169550" cy="58477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98092A7-0216-D322-6236-D2C95CF430B7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13E8B3-E1F7-AFFA-E06B-E2F6475AC5C3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1B8F35-2975-B0DF-A406-F54ED60F3CE2}"/>
              </a:ext>
            </a:extLst>
          </p:cNvPr>
          <p:cNvSpPr/>
          <p:nvPr/>
        </p:nvSpPr>
        <p:spPr>
          <a:xfrm>
            <a:off x="6245179" y="217038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620414-8CA5-95DC-D9B4-D670C95CB75C}"/>
              </a:ext>
            </a:extLst>
          </p:cNvPr>
          <p:cNvGrpSpPr/>
          <p:nvPr/>
        </p:nvGrpSpPr>
        <p:grpSpPr>
          <a:xfrm>
            <a:off x="6324329" y="2239724"/>
            <a:ext cx="1169550" cy="584775"/>
            <a:chOff x="3755850" y="2166585"/>
            <a:chExt cx="1169550" cy="58477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4A548CE-8204-8E7B-F6E2-C4269FB6CC3E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83E6DD-B1D8-50FD-784D-428201782F7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52A5F46-6B56-594F-2C8E-28A12DB75E1C}"/>
              </a:ext>
            </a:extLst>
          </p:cNvPr>
          <p:cNvSpPr/>
          <p:nvPr/>
        </p:nvSpPr>
        <p:spPr>
          <a:xfrm>
            <a:off x="6245179" y="289383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283F40D-941E-70EF-0578-DC910FF5E892}"/>
              </a:ext>
            </a:extLst>
          </p:cNvPr>
          <p:cNvGrpSpPr/>
          <p:nvPr/>
        </p:nvGrpSpPr>
        <p:grpSpPr>
          <a:xfrm>
            <a:off x="6324329" y="2963173"/>
            <a:ext cx="1169550" cy="584775"/>
            <a:chOff x="3755850" y="2166585"/>
            <a:chExt cx="1169550" cy="58477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31413CC-D85E-11AC-4D89-7F074EC3680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9BF13BE-3AC5-6BC1-8579-A8971799CDC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307CA1-0C71-899D-C1A3-07688554ADA6}"/>
              </a:ext>
            </a:extLst>
          </p:cNvPr>
          <p:cNvSpPr/>
          <p:nvPr/>
        </p:nvSpPr>
        <p:spPr>
          <a:xfrm>
            <a:off x="6245179" y="3617285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F195DE-D5F7-157A-861C-745791369DC9}"/>
              </a:ext>
            </a:extLst>
          </p:cNvPr>
          <p:cNvGrpSpPr/>
          <p:nvPr/>
        </p:nvGrpSpPr>
        <p:grpSpPr>
          <a:xfrm>
            <a:off x="6324329" y="3686622"/>
            <a:ext cx="1169550" cy="584775"/>
            <a:chOff x="3755850" y="2166585"/>
            <a:chExt cx="1169550" cy="58477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8372773-DF8C-1F5B-5367-ECE75B67EED2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B60D466-DB7E-2E7C-8B07-C1F74886F1B6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094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1746642" y="221952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1825792" y="2288857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x = np.array([[1,1],[2,2],[3,3]])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w = np.array([[1,1],[2,2]])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,2) =&gt; (3,2)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1746642" y="2942969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1825792" y="3012306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1746642" y="3666418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1825792" y="3735755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554238" y="2625654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451618" y="3454404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EAD413-A1AE-9034-4795-DDB98A7679E9}"/>
              </a:ext>
            </a:extLst>
          </p:cNvPr>
          <p:cNvSpPr/>
          <p:nvPr/>
        </p:nvSpPr>
        <p:spPr>
          <a:xfrm rot="5400000">
            <a:off x="3055106" y="3026991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894B8-2812-F4ED-AFB8-0E6A82FDD169}"/>
              </a:ext>
            </a:extLst>
          </p:cNvPr>
          <p:cNvSpPr/>
          <p:nvPr/>
        </p:nvSpPr>
        <p:spPr>
          <a:xfrm>
            <a:off x="3839617" y="233326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CD55D4-79D4-579E-F7DF-0CA40175B59B}"/>
              </a:ext>
            </a:extLst>
          </p:cNvPr>
          <p:cNvGrpSpPr/>
          <p:nvPr/>
        </p:nvGrpSpPr>
        <p:grpSpPr>
          <a:xfrm>
            <a:off x="3918767" y="2402604"/>
            <a:ext cx="1169550" cy="584775"/>
            <a:chOff x="3755850" y="2166585"/>
            <a:chExt cx="1169550" cy="5847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E0D392-1D34-1E35-50B1-BCE39E2E0925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B910EC7-19F1-5955-3A87-E132F0CFBAB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9C3BEF-F748-0108-7191-7874560E3676}"/>
              </a:ext>
            </a:extLst>
          </p:cNvPr>
          <p:cNvSpPr/>
          <p:nvPr/>
        </p:nvSpPr>
        <p:spPr>
          <a:xfrm>
            <a:off x="3839617" y="305671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FE8DE49-6364-B1CB-00FD-2FE95825500B}"/>
              </a:ext>
            </a:extLst>
          </p:cNvPr>
          <p:cNvGrpSpPr/>
          <p:nvPr/>
        </p:nvGrpSpPr>
        <p:grpSpPr>
          <a:xfrm>
            <a:off x="3918767" y="3126053"/>
            <a:ext cx="1169550" cy="584775"/>
            <a:chOff x="3755850" y="2166585"/>
            <a:chExt cx="1169550" cy="58477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98092A7-0216-D322-6236-D2C95CF430B7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13E8B3-E1F7-AFFA-E06B-E2F6475AC5C3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1B8F35-2975-B0DF-A406-F54ED60F3CE2}"/>
              </a:ext>
            </a:extLst>
          </p:cNvPr>
          <p:cNvSpPr/>
          <p:nvPr/>
        </p:nvSpPr>
        <p:spPr>
          <a:xfrm>
            <a:off x="6245179" y="217038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620414-8CA5-95DC-D9B4-D670C95CB75C}"/>
              </a:ext>
            </a:extLst>
          </p:cNvPr>
          <p:cNvGrpSpPr/>
          <p:nvPr/>
        </p:nvGrpSpPr>
        <p:grpSpPr>
          <a:xfrm>
            <a:off x="6324329" y="2239724"/>
            <a:ext cx="1169550" cy="584775"/>
            <a:chOff x="3755850" y="2166585"/>
            <a:chExt cx="1169550" cy="58477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4A548CE-8204-8E7B-F6E2-C4269FB6CC3E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83E6DD-B1D8-50FD-784D-428201782F7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52A5F46-6B56-594F-2C8E-28A12DB75E1C}"/>
              </a:ext>
            </a:extLst>
          </p:cNvPr>
          <p:cNvSpPr/>
          <p:nvPr/>
        </p:nvSpPr>
        <p:spPr>
          <a:xfrm>
            <a:off x="6245179" y="289383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283F40D-941E-70EF-0578-DC910FF5E892}"/>
              </a:ext>
            </a:extLst>
          </p:cNvPr>
          <p:cNvGrpSpPr/>
          <p:nvPr/>
        </p:nvGrpSpPr>
        <p:grpSpPr>
          <a:xfrm>
            <a:off x="6324329" y="2963173"/>
            <a:ext cx="1169550" cy="584775"/>
            <a:chOff x="3755850" y="2166585"/>
            <a:chExt cx="1169550" cy="58477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31413CC-D85E-11AC-4D89-7F074EC3680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9BF13BE-3AC5-6BC1-8579-A8971799CDC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307CA1-0C71-899D-C1A3-07688554ADA6}"/>
              </a:ext>
            </a:extLst>
          </p:cNvPr>
          <p:cNvSpPr/>
          <p:nvPr/>
        </p:nvSpPr>
        <p:spPr>
          <a:xfrm>
            <a:off x="6245179" y="3617285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F195DE-D5F7-157A-861C-745791369DC9}"/>
              </a:ext>
            </a:extLst>
          </p:cNvPr>
          <p:cNvGrpSpPr/>
          <p:nvPr/>
        </p:nvGrpSpPr>
        <p:grpSpPr>
          <a:xfrm>
            <a:off x="6324329" y="3686622"/>
            <a:ext cx="1169550" cy="584775"/>
            <a:chOff x="3755850" y="2166585"/>
            <a:chExt cx="1169550" cy="58477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8372773-DF8C-1F5B-5367-ECE75B67EED2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B60D466-DB7E-2E7C-8B07-C1F74886F1B6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021C5FCA-8DE0-79E4-124F-DA3E44F4F346}"/>
              </a:ext>
            </a:extLst>
          </p:cNvPr>
          <p:cNvSpPr/>
          <p:nvPr/>
        </p:nvSpPr>
        <p:spPr>
          <a:xfrm>
            <a:off x="8405213" y="1362517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29D09D-FF18-0BD5-7794-C4A25CEEAAFB}"/>
              </a:ext>
            </a:extLst>
          </p:cNvPr>
          <p:cNvSpPr/>
          <p:nvPr/>
        </p:nvSpPr>
        <p:spPr>
          <a:xfrm>
            <a:off x="8405213" y="2382694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57DECC8-AF87-0284-F9F6-8BD2E14A69AD}"/>
              </a:ext>
            </a:extLst>
          </p:cNvPr>
          <p:cNvSpPr/>
          <p:nvPr/>
        </p:nvSpPr>
        <p:spPr>
          <a:xfrm>
            <a:off x="9922406" y="1920021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8EAC6B3-FF57-A1C0-9EAB-7A99BA29BD25}"/>
              </a:ext>
            </a:extLst>
          </p:cNvPr>
          <p:cNvSpPr/>
          <p:nvPr/>
        </p:nvSpPr>
        <p:spPr>
          <a:xfrm>
            <a:off x="9922406" y="2946383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05039A-0F34-9B26-52B9-C78FD0D187BF}"/>
              </a:ext>
            </a:extLst>
          </p:cNvPr>
          <p:cNvSpPr txBox="1"/>
          <p:nvPr/>
        </p:nvSpPr>
        <p:spPr>
          <a:xfrm>
            <a:off x="8405213" y="8175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A500F9-3E98-8EC5-3B59-2BAB03D3D83B}"/>
              </a:ext>
            </a:extLst>
          </p:cNvPr>
          <p:cNvSpPr txBox="1"/>
          <p:nvPr/>
        </p:nvSpPr>
        <p:spPr>
          <a:xfrm>
            <a:off x="10135627" y="14326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뉴런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7E84691-A70A-DE0A-7FF4-554FBD69BB3F}"/>
              </a:ext>
            </a:extLst>
          </p:cNvPr>
          <p:cNvCxnSpPr>
            <a:stCxn id="6" idx="6"/>
            <a:endCxn id="28" idx="1"/>
          </p:cNvCxnSpPr>
          <p:nvPr/>
        </p:nvCxnSpPr>
        <p:spPr>
          <a:xfrm>
            <a:off x="8944164" y="1631993"/>
            <a:ext cx="978242" cy="557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E5F9795-CD80-AA61-F98B-D3906420DEB1}"/>
              </a:ext>
            </a:extLst>
          </p:cNvPr>
          <p:cNvCxnSpPr>
            <a:cxnSpLocks/>
            <a:stCxn id="6" idx="6"/>
            <a:endCxn id="33" idx="2"/>
          </p:cNvCxnSpPr>
          <p:nvPr/>
        </p:nvCxnSpPr>
        <p:spPr>
          <a:xfrm>
            <a:off x="8944164" y="1631993"/>
            <a:ext cx="978242" cy="158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5CBFAB6-1D72-F29A-1946-7299C1A53064}"/>
              </a:ext>
            </a:extLst>
          </p:cNvPr>
          <p:cNvCxnSpPr>
            <a:cxnSpLocks/>
            <a:stCxn id="14" idx="6"/>
            <a:endCxn id="28" idx="2"/>
          </p:cNvCxnSpPr>
          <p:nvPr/>
        </p:nvCxnSpPr>
        <p:spPr>
          <a:xfrm flipV="1">
            <a:off x="8944164" y="2189497"/>
            <a:ext cx="978242" cy="46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54DF773-1F09-C6B6-1CF3-18659DFE233A}"/>
              </a:ext>
            </a:extLst>
          </p:cNvPr>
          <p:cNvCxnSpPr>
            <a:cxnSpLocks/>
            <a:stCxn id="14" idx="6"/>
            <a:endCxn id="33" idx="2"/>
          </p:cNvCxnSpPr>
          <p:nvPr/>
        </p:nvCxnSpPr>
        <p:spPr>
          <a:xfrm>
            <a:off x="8944164" y="2652170"/>
            <a:ext cx="978242" cy="563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773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58F054A-94AA-71D8-E7FB-ADCDA5CC1975}"/>
              </a:ext>
            </a:extLst>
          </p:cNvPr>
          <p:cNvSpPr/>
          <p:nvPr/>
        </p:nvSpPr>
        <p:spPr>
          <a:xfrm>
            <a:off x="1746642" y="2219520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3355BA1-8200-CF27-12BE-45342478EE6E}"/>
              </a:ext>
            </a:extLst>
          </p:cNvPr>
          <p:cNvGrpSpPr/>
          <p:nvPr/>
        </p:nvGrpSpPr>
        <p:grpSpPr>
          <a:xfrm>
            <a:off x="1825792" y="2288857"/>
            <a:ext cx="1169550" cy="584775"/>
            <a:chOff x="3755850" y="2166585"/>
            <a:chExt cx="1169550" cy="5847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411AE-2AE2-A549-C281-85C5F23B54F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51AC7F-31CD-D4B0-EF3B-594073DC636D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94D27C-E946-AC61-B6B1-32DFFD3B4206}"/>
              </a:ext>
            </a:extLst>
          </p:cNvPr>
          <p:cNvSpPr txBox="1"/>
          <p:nvPr/>
        </p:nvSpPr>
        <p:spPr>
          <a:xfrm>
            <a:off x="1144514" y="369394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x = np.array([[1,1],[2,2],[3,3]])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w = np.array([[1,1],[2,2]])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np.dot(a,b)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70D8B-C8D4-B702-BB42-174B58ED26AF}"/>
              </a:ext>
            </a:extLst>
          </p:cNvPr>
          <p:cNvSpPr txBox="1"/>
          <p:nvPr/>
        </p:nvSpPr>
        <p:spPr>
          <a:xfrm>
            <a:off x="3300597" y="22589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FFA0E-C224-6E9F-0A74-1DF3F2CA3DDC}"/>
              </a:ext>
            </a:extLst>
          </p:cNvPr>
          <p:cNvSpPr txBox="1"/>
          <p:nvPr/>
        </p:nvSpPr>
        <p:spPr>
          <a:xfrm>
            <a:off x="2385942" y="4901302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(3,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)(</a:t>
            </a:r>
            <a:r>
              <a:rPr lang="en-US" altLang="ko-KR" sz="32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3200">
                <a:latin typeface="Consolas" panose="020B0609020204030204" pitchFamily="49" charset="0"/>
              </a:rPr>
              <a:t>,2) =&gt; (3,2)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B45C1B-5402-9FBF-5775-51114741DB3D}"/>
              </a:ext>
            </a:extLst>
          </p:cNvPr>
          <p:cNvSpPr/>
          <p:nvPr/>
        </p:nvSpPr>
        <p:spPr>
          <a:xfrm>
            <a:off x="1746642" y="2942969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E0EDE2-22A3-48E4-F5C2-FF4F81183E5B}"/>
              </a:ext>
            </a:extLst>
          </p:cNvPr>
          <p:cNvGrpSpPr/>
          <p:nvPr/>
        </p:nvGrpSpPr>
        <p:grpSpPr>
          <a:xfrm>
            <a:off x="1825792" y="3012306"/>
            <a:ext cx="1169550" cy="584775"/>
            <a:chOff x="3755850" y="2166585"/>
            <a:chExt cx="1169550" cy="58477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DC420F-55F7-EF45-89A8-0FE08D193649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066203-6877-38FB-8CDD-913D6394B2B8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5690-04DE-2138-BAF0-AF4EBAD163AD}"/>
              </a:ext>
            </a:extLst>
          </p:cNvPr>
          <p:cNvSpPr/>
          <p:nvPr/>
        </p:nvSpPr>
        <p:spPr>
          <a:xfrm>
            <a:off x="1746642" y="3666418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C15C50-45E2-42CE-3B0A-412D4C97AAD4}"/>
              </a:ext>
            </a:extLst>
          </p:cNvPr>
          <p:cNvGrpSpPr/>
          <p:nvPr/>
        </p:nvGrpSpPr>
        <p:grpSpPr>
          <a:xfrm>
            <a:off x="1825792" y="3735755"/>
            <a:ext cx="1169550" cy="584775"/>
            <a:chOff x="3755850" y="2166585"/>
            <a:chExt cx="1169550" cy="58477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A5EE22-FFB6-3728-E34C-2DD36568D253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B1B0FA7-F3F8-BBB8-414C-970FB2A04FEB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45A88CF-EBC4-9881-2C9A-FA3BEA1BE2CB}"/>
              </a:ext>
            </a:extLst>
          </p:cNvPr>
          <p:cNvSpPr/>
          <p:nvPr/>
        </p:nvSpPr>
        <p:spPr>
          <a:xfrm>
            <a:off x="5554238" y="2625654"/>
            <a:ext cx="621515" cy="49595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EBA2026-D1FC-E7DB-0BBB-779782D64F57}"/>
              </a:ext>
            </a:extLst>
          </p:cNvPr>
          <p:cNvSpPr/>
          <p:nvPr/>
        </p:nvSpPr>
        <p:spPr>
          <a:xfrm>
            <a:off x="1451618" y="3454404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EAD413-A1AE-9034-4795-DDB98A7679E9}"/>
              </a:ext>
            </a:extLst>
          </p:cNvPr>
          <p:cNvSpPr/>
          <p:nvPr/>
        </p:nvSpPr>
        <p:spPr>
          <a:xfrm rot="5400000">
            <a:off x="3055106" y="3026991"/>
            <a:ext cx="1169550" cy="33679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894B8-2812-F4ED-AFB8-0E6A82FDD169}"/>
              </a:ext>
            </a:extLst>
          </p:cNvPr>
          <p:cNvSpPr/>
          <p:nvPr/>
        </p:nvSpPr>
        <p:spPr>
          <a:xfrm>
            <a:off x="3839617" y="233326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CD55D4-79D4-579E-F7DF-0CA40175B59B}"/>
              </a:ext>
            </a:extLst>
          </p:cNvPr>
          <p:cNvGrpSpPr/>
          <p:nvPr/>
        </p:nvGrpSpPr>
        <p:grpSpPr>
          <a:xfrm>
            <a:off x="3918767" y="2402604"/>
            <a:ext cx="1169550" cy="584775"/>
            <a:chOff x="3755850" y="2166585"/>
            <a:chExt cx="1169550" cy="5847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E0D392-1D34-1E35-50B1-BCE39E2E0925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B910EC7-19F1-5955-3A87-E132F0CFBAB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9C3BEF-F748-0108-7191-7874560E3676}"/>
              </a:ext>
            </a:extLst>
          </p:cNvPr>
          <p:cNvSpPr/>
          <p:nvPr/>
        </p:nvSpPr>
        <p:spPr>
          <a:xfrm>
            <a:off x="3839617" y="305671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FE8DE49-6364-B1CB-00FD-2FE95825500B}"/>
              </a:ext>
            </a:extLst>
          </p:cNvPr>
          <p:cNvGrpSpPr/>
          <p:nvPr/>
        </p:nvGrpSpPr>
        <p:grpSpPr>
          <a:xfrm>
            <a:off x="3918767" y="3126053"/>
            <a:ext cx="1169550" cy="584775"/>
            <a:chOff x="3755850" y="2166585"/>
            <a:chExt cx="1169550" cy="58477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98092A7-0216-D322-6236-D2C95CF430B7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13E8B3-E1F7-AFFA-E06B-E2F6475AC5C3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1B8F35-2975-B0DF-A406-F54ED60F3CE2}"/>
              </a:ext>
            </a:extLst>
          </p:cNvPr>
          <p:cNvSpPr/>
          <p:nvPr/>
        </p:nvSpPr>
        <p:spPr>
          <a:xfrm>
            <a:off x="6245179" y="2170387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620414-8CA5-95DC-D9B4-D670C95CB75C}"/>
              </a:ext>
            </a:extLst>
          </p:cNvPr>
          <p:cNvGrpSpPr/>
          <p:nvPr/>
        </p:nvGrpSpPr>
        <p:grpSpPr>
          <a:xfrm>
            <a:off x="6324329" y="2239724"/>
            <a:ext cx="1169550" cy="584775"/>
            <a:chOff x="3755850" y="2166585"/>
            <a:chExt cx="1169550" cy="58477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4A548CE-8204-8E7B-F6E2-C4269FB6CC3E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83E6DD-B1D8-50FD-784D-428201782F7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52A5F46-6B56-594F-2C8E-28A12DB75E1C}"/>
              </a:ext>
            </a:extLst>
          </p:cNvPr>
          <p:cNvSpPr/>
          <p:nvPr/>
        </p:nvSpPr>
        <p:spPr>
          <a:xfrm>
            <a:off x="6245179" y="2893836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283F40D-941E-70EF-0578-DC910FF5E892}"/>
              </a:ext>
            </a:extLst>
          </p:cNvPr>
          <p:cNvGrpSpPr/>
          <p:nvPr/>
        </p:nvGrpSpPr>
        <p:grpSpPr>
          <a:xfrm>
            <a:off x="6324329" y="2963173"/>
            <a:ext cx="1169550" cy="584775"/>
            <a:chOff x="3755850" y="2166585"/>
            <a:chExt cx="1169550" cy="58477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31413CC-D85E-11AC-4D89-7F074EC3680B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9BF13BE-3AC5-6BC1-8579-A8971799CDC7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307CA1-0C71-899D-C1A3-07688554ADA6}"/>
              </a:ext>
            </a:extLst>
          </p:cNvPr>
          <p:cNvSpPr/>
          <p:nvPr/>
        </p:nvSpPr>
        <p:spPr>
          <a:xfrm>
            <a:off x="6245179" y="3617285"/>
            <a:ext cx="1327851" cy="7234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F195DE-D5F7-157A-861C-745791369DC9}"/>
              </a:ext>
            </a:extLst>
          </p:cNvPr>
          <p:cNvGrpSpPr/>
          <p:nvPr/>
        </p:nvGrpSpPr>
        <p:grpSpPr>
          <a:xfrm>
            <a:off x="6324329" y="3686622"/>
            <a:ext cx="1169550" cy="584775"/>
            <a:chOff x="3755850" y="2166585"/>
            <a:chExt cx="1169550" cy="58477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8372773-DF8C-1F5B-5367-ECE75B67EED2}"/>
                </a:ext>
              </a:extLst>
            </p:cNvPr>
            <p:cNvSpPr/>
            <p:nvPr/>
          </p:nvSpPr>
          <p:spPr>
            <a:xfrm>
              <a:off x="3755850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B60D466-DB7E-2E7C-8B07-C1F74886F1B6}"/>
                </a:ext>
              </a:extLst>
            </p:cNvPr>
            <p:cNvSpPr/>
            <p:nvPr/>
          </p:nvSpPr>
          <p:spPr>
            <a:xfrm>
              <a:off x="4340625" y="2166585"/>
              <a:ext cx="5847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9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021C5FCA-8DE0-79E4-124F-DA3E44F4F346}"/>
              </a:ext>
            </a:extLst>
          </p:cNvPr>
          <p:cNvSpPr/>
          <p:nvPr/>
        </p:nvSpPr>
        <p:spPr>
          <a:xfrm>
            <a:off x="8405213" y="1362517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29D09D-FF18-0BD5-7794-C4A25CEEAAFB}"/>
              </a:ext>
            </a:extLst>
          </p:cNvPr>
          <p:cNvSpPr/>
          <p:nvPr/>
        </p:nvSpPr>
        <p:spPr>
          <a:xfrm>
            <a:off x="8405213" y="2382694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57DECC8-AF87-0284-F9F6-8BD2E14A69AD}"/>
              </a:ext>
            </a:extLst>
          </p:cNvPr>
          <p:cNvSpPr/>
          <p:nvPr/>
        </p:nvSpPr>
        <p:spPr>
          <a:xfrm>
            <a:off x="9922406" y="1920021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8EAC6B3-FF57-A1C0-9EAB-7A99BA29BD25}"/>
              </a:ext>
            </a:extLst>
          </p:cNvPr>
          <p:cNvSpPr/>
          <p:nvPr/>
        </p:nvSpPr>
        <p:spPr>
          <a:xfrm>
            <a:off x="9922406" y="2946383"/>
            <a:ext cx="538951" cy="53895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05039A-0F34-9B26-52B9-C78FD0D187BF}"/>
              </a:ext>
            </a:extLst>
          </p:cNvPr>
          <p:cNvSpPr txBox="1"/>
          <p:nvPr/>
        </p:nvSpPr>
        <p:spPr>
          <a:xfrm>
            <a:off x="8405213" y="8175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A500F9-3E98-8EC5-3B59-2BAB03D3D83B}"/>
              </a:ext>
            </a:extLst>
          </p:cNvPr>
          <p:cNvSpPr txBox="1"/>
          <p:nvPr/>
        </p:nvSpPr>
        <p:spPr>
          <a:xfrm>
            <a:off x="10135627" y="14326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뉴런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7E84691-A70A-DE0A-7FF4-554FBD69BB3F}"/>
              </a:ext>
            </a:extLst>
          </p:cNvPr>
          <p:cNvCxnSpPr>
            <a:stCxn id="6" idx="6"/>
            <a:endCxn id="28" idx="1"/>
          </p:cNvCxnSpPr>
          <p:nvPr/>
        </p:nvCxnSpPr>
        <p:spPr>
          <a:xfrm>
            <a:off x="8944164" y="1631993"/>
            <a:ext cx="978242" cy="557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E5F9795-CD80-AA61-F98B-D3906420DEB1}"/>
              </a:ext>
            </a:extLst>
          </p:cNvPr>
          <p:cNvCxnSpPr>
            <a:cxnSpLocks/>
            <a:stCxn id="6" idx="6"/>
            <a:endCxn id="33" idx="2"/>
          </p:cNvCxnSpPr>
          <p:nvPr/>
        </p:nvCxnSpPr>
        <p:spPr>
          <a:xfrm>
            <a:off x="8944164" y="1631993"/>
            <a:ext cx="978242" cy="158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5CBFAB6-1D72-F29A-1946-7299C1A53064}"/>
              </a:ext>
            </a:extLst>
          </p:cNvPr>
          <p:cNvCxnSpPr>
            <a:cxnSpLocks/>
            <a:stCxn id="14" idx="6"/>
            <a:endCxn id="28" idx="2"/>
          </p:cNvCxnSpPr>
          <p:nvPr/>
        </p:nvCxnSpPr>
        <p:spPr>
          <a:xfrm flipV="1">
            <a:off x="8944164" y="2189497"/>
            <a:ext cx="978242" cy="46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54DF773-1F09-C6B6-1CF3-18659DFE233A}"/>
              </a:ext>
            </a:extLst>
          </p:cNvPr>
          <p:cNvCxnSpPr>
            <a:cxnSpLocks/>
            <a:stCxn id="14" idx="6"/>
            <a:endCxn id="33" idx="2"/>
          </p:cNvCxnSpPr>
          <p:nvPr/>
        </p:nvCxnSpPr>
        <p:spPr>
          <a:xfrm>
            <a:off x="8944164" y="2652170"/>
            <a:ext cx="978242" cy="563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870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4A2C70-C7FE-45C8-238D-829CB40E2F27}"/>
              </a:ext>
            </a:extLst>
          </p:cNvPr>
          <p:cNvSpPr/>
          <p:nvPr/>
        </p:nvSpPr>
        <p:spPr>
          <a:xfrm>
            <a:off x="170163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57ADD9-01F2-1E8B-1040-CBC18C9F24BA}"/>
              </a:ext>
            </a:extLst>
          </p:cNvPr>
          <p:cNvSpPr/>
          <p:nvPr/>
        </p:nvSpPr>
        <p:spPr>
          <a:xfrm>
            <a:off x="2252694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F10FB8-EEBD-D8A0-3A36-6825DEEFE284}"/>
              </a:ext>
            </a:extLst>
          </p:cNvPr>
          <p:cNvSpPr/>
          <p:nvPr/>
        </p:nvSpPr>
        <p:spPr>
          <a:xfrm>
            <a:off x="2803756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E0DE5-4C8B-57CD-1952-EF6B9554935F}"/>
              </a:ext>
            </a:extLst>
          </p:cNvPr>
          <p:cNvSpPr/>
          <p:nvPr/>
        </p:nvSpPr>
        <p:spPr>
          <a:xfrm>
            <a:off x="3354818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C0A23F-F196-83CB-0384-506E9638C08E}"/>
              </a:ext>
            </a:extLst>
          </p:cNvPr>
          <p:cNvSpPr/>
          <p:nvPr/>
        </p:nvSpPr>
        <p:spPr>
          <a:xfrm>
            <a:off x="3905880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A9B3B-45A6-4D97-9E53-9F8BA1023C13}"/>
              </a:ext>
            </a:extLst>
          </p:cNvPr>
          <p:cNvSpPr/>
          <p:nvPr/>
        </p:nvSpPr>
        <p:spPr>
          <a:xfrm>
            <a:off x="445694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FA5E7-6A89-E8D8-3B23-EF9E56C8FFF1}"/>
              </a:ext>
            </a:extLst>
          </p:cNvPr>
          <p:cNvSpPr txBox="1"/>
          <p:nvPr/>
        </p:nvSpPr>
        <p:spPr>
          <a:xfrm>
            <a:off x="1241408" y="7872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DB21FA-E1D9-1AD0-3591-0E00CFA18039}"/>
              </a:ext>
            </a:extLst>
          </p:cNvPr>
          <p:cNvSpPr/>
          <p:nvPr/>
        </p:nvSpPr>
        <p:spPr>
          <a:xfrm>
            <a:off x="1701632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B0750D-4E99-9A32-61A5-407C7403E865}"/>
              </a:ext>
            </a:extLst>
          </p:cNvPr>
          <p:cNvSpPr/>
          <p:nvPr/>
        </p:nvSpPr>
        <p:spPr>
          <a:xfrm>
            <a:off x="2252694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AAAD4C-0E6E-2E12-C345-3DB8DFBDF18B}"/>
              </a:ext>
            </a:extLst>
          </p:cNvPr>
          <p:cNvSpPr/>
          <p:nvPr/>
        </p:nvSpPr>
        <p:spPr>
          <a:xfrm>
            <a:off x="2803756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6AB5-4543-2498-D521-AE1EAA40092A}"/>
              </a:ext>
            </a:extLst>
          </p:cNvPr>
          <p:cNvSpPr txBox="1"/>
          <p:nvPr/>
        </p:nvSpPr>
        <p:spPr>
          <a:xfrm>
            <a:off x="1241408" y="16471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0DA84-0BC5-EDE0-D3FF-9FD2294F06EC}"/>
              </a:ext>
            </a:extLst>
          </p:cNvPr>
          <p:cNvSpPr txBox="1"/>
          <p:nvPr/>
        </p:nvSpPr>
        <p:spPr>
          <a:xfrm>
            <a:off x="670581" y="274320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6 - 3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E52CFB-723C-560A-5DA9-697A4B7E950E}"/>
              </a:ext>
            </a:extLst>
          </p:cNvPr>
          <p:cNvSpPr/>
          <p:nvPr/>
        </p:nvSpPr>
        <p:spPr>
          <a:xfrm>
            <a:off x="1701632" y="2710332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E71A0E-18CE-06DC-6888-68025D5AB4D6}"/>
              </a:ext>
            </a:extLst>
          </p:cNvPr>
          <p:cNvSpPr/>
          <p:nvPr/>
        </p:nvSpPr>
        <p:spPr>
          <a:xfrm>
            <a:off x="2252694" y="2710332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DCA4CC-B0E8-999C-1A52-E2FD8D259062}"/>
              </a:ext>
            </a:extLst>
          </p:cNvPr>
          <p:cNvSpPr/>
          <p:nvPr/>
        </p:nvSpPr>
        <p:spPr>
          <a:xfrm>
            <a:off x="2803756" y="2710332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3DC2C3-D388-1407-B0A2-30498CE946D2}"/>
              </a:ext>
            </a:extLst>
          </p:cNvPr>
          <p:cNvSpPr/>
          <p:nvPr/>
        </p:nvSpPr>
        <p:spPr>
          <a:xfrm>
            <a:off x="3354818" y="2710332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4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4A2C70-C7FE-45C8-238D-829CB40E2F27}"/>
              </a:ext>
            </a:extLst>
          </p:cNvPr>
          <p:cNvSpPr/>
          <p:nvPr/>
        </p:nvSpPr>
        <p:spPr>
          <a:xfrm>
            <a:off x="170163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57ADD9-01F2-1E8B-1040-CBC18C9F24BA}"/>
              </a:ext>
            </a:extLst>
          </p:cNvPr>
          <p:cNvSpPr/>
          <p:nvPr/>
        </p:nvSpPr>
        <p:spPr>
          <a:xfrm>
            <a:off x="2252694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F10FB8-EEBD-D8A0-3A36-6825DEEFE284}"/>
              </a:ext>
            </a:extLst>
          </p:cNvPr>
          <p:cNvSpPr/>
          <p:nvPr/>
        </p:nvSpPr>
        <p:spPr>
          <a:xfrm>
            <a:off x="2803756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E0DE5-4C8B-57CD-1952-EF6B9554935F}"/>
              </a:ext>
            </a:extLst>
          </p:cNvPr>
          <p:cNvSpPr/>
          <p:nvPr/>
        </p:nvSpPr>
        <p:spPr>
          <a:xfrm>
            <a:off x="3354818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C0A23F-F196-83CB-0384-506E9638C08E}"/>
              </a:ext>
            </a:extLst>
          </p:cNvPr>
          <p:cNvSpPr/>
          <p:nvPr/>
        </p:nvSpPr>
        <p:spPr>
          <a:xfrm>
            <a:off x="3905880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A9B3B-45A6-4D97-9E53-9F8BA1023C13}"/>
              </a:ext>
            </a:extLst>
          </p:cNvPr>
          <p:cNvSpPr/>
          <p:nvPr/>
        </p:nvSpPr>
        <p:spPr>
          <a:xfrm>
            <a:off x="445694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FA5E7-6A89-E8D8-3B23-EF9E56C8FFF1}"/>
              </a:ext>
            </a:extLst>
          </p:cNvPr>
          <p:cNvSpPr txBox="1"/>
          <p:nvPr/>
        </p:nvSpPr>
        <p:spPr>
          <a:xfrm>
            <a:off x="1241408" y="7872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DB21FA-E1D9-1AD0-3591-0E00CFA18039}"/>
              </a:ext>
            </a:extLst>
          </p:cNvPr>
          <p:cNvSpPr/>
          <p:nvPr/>
        </p:nvSpPr>
        <p:spPr>
          <a:xfrm>
            <a:off x="1701632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B0750D-4E99-9A32-61A5-407C7403E865}"/>
              </a:ext>
            </a:extLst>
          </p:cNvPr>
          <p:cNvSpPr/>
          <p:nvPr/>
        </p:nvSpPr>
        <p:spPr>
          <a:xfrm>
            <a:off x="2252694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AAAD4C-0E6E-2E12-C345-3DB8DFBDF18B}"/>
              </a:ext>
            </a:extLst>
          </p:cNvPr>
          <p:cNvSpPr/>
          <p:nvPr/>
        </p:nvSpPr>
        <p:spPr>
          <a:xfrm>
            <a:off x="2803756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6AB5-4543-2498-D521-AE1EAA40092A}"/>
              </a:ext>
            </a:extLst>
          </p:cNvPr>
          <p:cNvSpPr txBox="1"/>
          <p:nvPr/>
        </p:nvSpPr>
        <p:spPr>
          <a:xfrm>
            <a:off x="1241408" y="16471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6 - 3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32DC03-781D-7055-0D3B-B75DF14B08DF}"/>
              </a:ext>
            </a:extLst>
          </p:cNvPr>
          <p:cNvSpPr/>
          <p:nvPr/>
        </p:nvSpPr>
        <p:spPr>
          <a:xfrm>
            <a:off x="2246638" y="23684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D2AA9-4063-31CD-B273-4D78FA860649}"/>
              </a:ext>
            </a:extLst>
          </p:cNvPr>
          <p:cNvSpPr/>
          <p:nvPr/>
        </p:nvSpPr>
        <p:spPr>
          <a:xfrm>
            <a:off x="2797700" y="23684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99225A-6770-BEFA-BE67-A47031B06991}"/>
              </a:ext>
            </a:extLst>
          </p:cNvPr>
          <p:cNvSpPr/>
          <p:nvPr/>
        </p:nvSpPr>
        <p:spPr>
          <a:xfrm>
            <a:off x="3348762" y="23684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E7868F-A746-1CF9-54CB-A7CC30F8C74E}"/>
              </a:ext>
            </a:extLst>
          </p:cNvPr>
          <p:cNvSpPr/>
          <p:nvPr/>
        </p:nvSpPr>
        <p:spPr>
          <a:xfrm>
            <a:off x="2815867" y="315346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90B37A-94BF-705C-66C0-67F3430C7B99}"/>
              </a:ext>
            </a:extLst>
          </p:cNvPr>
          <p:cNvSpPr/>
          <p:nvPr/>
        </p:nvSpPr>
        <p:spPr>
          <a:xfrm>
            <a:off x="3366929" y="315346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239D86F-7B08-B7A8-53EC-A7AA16EE541F}"/>
              </a:ext>
            </a:extLst>
          </p:cNvPr>
          <p:cNvSpPr/>
          <p:nvPr/>
        </p:nvSpPr>
        <p:spPr>
          <a:xfrm>
            <a:off x="3917991" y="315346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CCE012-4431-C648-55CB-FA8D487BE2EF}"/>
              </a:ext>
            </a:extLst>
          </p:cNvPr>
          <p:cNvSpPr/>
          <p:nvPr/>
        </p:nvSpPr>
        <p:spPr>
          <a:xfrm>
            <a:off x="3366929" y="40283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74EBD9-9B5A-E3FA-E70B-33B1DA208FCE}"/>
              </a:ext>
            </a:extLst>
          </p:cNvPr>
          <p:cNvSpPr/>
          <p:nvPr/>
        </p:nvSpPr>
        <p:spPr>
          <a:xfrm>
            <a:off x="3917991" y="40283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79BCAA-5690-B846-3885-CFF9C9B294CC}"/>
              </a:ext>
            </a:extLst>
          </p:cNvPr>
          <p:cNvSpPr/>
          <p:nvPr/>
        </p:nvSpPr>
        <p:spPr>
          <a:xfrm>
            <a:off x="4469053" y="40283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72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4A2C70-C7FE-45C8-238D-829CB40E2F27}"/>
              </a:ext>
            </a:extLst>
          </p:cNvPr>
          <p:cNvSpPr/>
          <p:nvPr/>
        </p:nvSpPr>
        <p:spPr>
          <a:xfrm>
            <a:off x="170163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57ADD9-01F2-1E8B-1040-CBC18C9F24BA}"/>
              </a:ext>
            </a:extLst>
          </p:cNvPr>
          <p:cNvSpPr/>
          <p:nvPr/>
        </p:nvSpPr>
        <p:spPr>
          <a:xfrm>
            <a:off x="2252694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F10FB8-EEBD-D8A0-3A36-6825DEEFE284}"/>
              </a:ext>
            </a:extLst>
          </p:cNvPr>
          <p:cNvSpPr/>
          <p:nvPr/>
        </p:nvSpPr>
        <p:spPr>
          <a:xfrm>
            <a:off x="2803756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E0DE5-4C8B-57CD-1952-EF6B9554935F}"/>
              </a:ext>
            </a:extLst>
          </p:cNvPr>
          <p:cNvSpPr/>
          <p:nvPr/>
        </p:nvSpPr>
        <p:spPr>
          <a:xfrm>
            <a:off x="3354818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C0A23F-F196-83CB-0384-506E9638C08E}"/>
              </a:ext>
            </a:extLst>
          </p:cNvPr>
          <p:cNvSpPr/>
          <p:nvPr/>
        </p:nvSpPr>
        <p:spPr>
          <a:xfrm>
            <a:off x="3905880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A9B3B-45A6-4D97-9E53-9F8BA1023C13}"/>
              </a:ext>
            </a:extLst>
          </p:cNvPr>
          <p:cNvSpPr/>
          <p:nvPr/>
        </p:nvSpPr>
        <p:spPr>
          <a:xfrm>
            <a:off x="445694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FA5E7-6A89-E8D8-3B23-EF9E56C8FFF1}"/>
              </a:ext>
            </a:extLst>
          </p:cNvPr>
          <p:cNvSpPr txBox="1"/>
          <p:nvPr/>
        </p:nvSpPr>
        <p:spPr>
          <a:xfrm>
            <a:off x="786595" y="78249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DB21FA-E1D9-1AD0-3591-0E00CFA18039}"/>
              </a:ext>
            </a:extLst>
          </p:cNvPr>
          <p:cNvSpPr/>
          <p:nvPr/>
        </p:nvSpPr>
        <p:spPr>
          <a:xfrm>
            <a:off x="1124436" y="149617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B0750D-4E99-9A32-61A5-407C7403E865}"/>
              </a:ext>
            </a:extLst>
          </p:cNvPr>
          <p:cNvSpPr/>
          <p:nvPr/>
        </p:nvSpPr>
        <p:spPr>
          <a:xfrm>
            <a:off x="1675498" y="149617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AAAD4C-0E6E-2E12-C345-3DB8DFBDF18B}"/>
              </a:ext>
            </a:extLst>
          </p:cNvPr>
          <p:cNvSpPr/>
          <p:nvPr/>
        </p:nvSpPr>
        <p:spPr>
          <a:xfrm>
            <a:off x="2226560" y="149617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6AB5-4543-2498-D521-AE1EAA40092A}"/>
              </a:ext>
            </a:extLst>
          </p:cNvPr>
          <p:cNvSpPr txBox="1"/>
          <p:nvPr/>
        </p:nvSpPr>
        <p:spPr>
          <a:xfrm>
            <a:off x="0" y="169645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+2P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6 + 2 - 3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32DC03-781D-7055-0D3B-B75DF14B08DF}"/>
              </a:ext>
            </a:extLst>
          </p:cNvPr>
          <p:cNvSpPr/>
          <p:nvPr/>
        </p:nvSpPr>
        <p:spPr>
          <a:xfrm>
            <a:off x="1669442" y="22652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D2AA9-4063-31CD-B273-4D78FA860649}"/>
              </a:ext>
            </a:extLst>
          </p:cNvPr>
          <p:cNvSpPr/>
          <p:nvPr/>
        </p:nvSpPr>
        <p:spPr>
          <a:xfrm>
            <a:off x="2220504" y="22652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99225A-6770-BEFA-BE67-A47031B06991}"/>
              </a:ext>
            </a:extLst>
          </p:cNvPr>
          <p:cNvSpPr/>
          <p:nvPr/>
        </p:nvSpPr>
        <p:spPr>
          <a:xfrm>
            <a:off x="2771566" y="22652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E7868F-A746-1CF9-54CB-A7CC30F8C74E}"/>
              </a:ext>
            </a:extLst>
          </p:cNvPr>
          <p:cNvSpPr/>
          <p:nvPr/>
        </p:nvSpPr>
        <p:spPr>
          <a:xfrm>
            <a:off x="2238671" y="305030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90B37A-94BF-705C-66C0-67F3430C7B99}"/>
              </a:ext>
            </a:extLst>
          </p:cNvPr>
          <p:cNvSpPr/>
          <p:nvPr/>
        </p:nvSpPr>
        <p:spPr>
          <a:xfrm>
            <a:off x="2789733" y="305030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239D86F-7B08-B7A8-53EC-A7AA16EE541F}"/>
              </a:ext>
            </a:extLst>
          </p:cNvPr>
          <p:cNvSpPr/>
          <p:nvPr/>
        </p:nvSpPr>
        <p:spPr>
          <a:xfrm>
            <a:off x="3340795" y="305030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CCE012-4431-C648-55CB-FA8D487BE2EF}"/>
              </a:ext>
            </a:extLst>
          </p:cNvPr>
          <p:cNvSpPr/>
          <p:nvPr/>
        </p:nvSpPr>
        <p:spPr>
          <a:xfrm>
            <a:off x="2789733" y="39251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74EBD9-9B5A-E3FA-E70B-33B1DA208FCE}"/>
              </a:ext>
            </a:extLst>
          </p:cNvPr>
          <p:cNvSpPr/>
          <p:nvPr/>
        </p:nvSpPr>
        <p:spPr>
          <a:xfrm>
            <a:off x="3340795" y="39251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79BCAA-5690-B846-3885-CFF9C9B294CC}"/>
              </a:ext>
            </a:extLst>
          </p:cNvPr>
          <p:cNvSpPr/>
          <p:nvPr/>
        </p:nvSpPr>
        <p:spPr>
          <a:xfrm>
            <a:off x="3891857" y="39251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213D6B-EBD4-75E4-2D22-7C470BCF29AA}"/>
              </a:ext>
            </a:extLst>
          </p:cNvPr>
          <p:cNvSpPr/>
          <p:nvPr/>
        </p:nvSpPr>
        <p:spPr>
          <a:xfrm>
            <a:off x="1150570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1996B2-E1CB-8E9C-FB4E-4D9ABDE9EE89}"/>
              </a:ext>
            </a:extLst>
          </p:cNvPr>
          <p:cNvSpPr/>
          <p:nvPr/>
        </p:nvSpPr>
        <p:spPr>
          <a:xfrm>
            <a:off x="5008004" y="707016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62893A-51FA-12DC-995C-A9028BD94FE0}"/>
              </a:ext>
            </a:extLst>
          </p:cNvPr>
          <p:cNvSpPr/>
          <p:nvPr/>
        </p:nvSpPr>
        <p:spPr>
          <a:xfrm>
            <a:off x="3354818" y="4706320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D40D54-3646-EBA3-D212-05FFB66BB9B6}"/>
              </a:ext>
            </a:extLst>
          </p:cNvPr>
          <p:cNvSpPr/>
          <p:nvPr/>
        </p:nvSpPr>
        <p:spPr>
          <a:xfrm>
            <a:off x="3905880" y="4706320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84D301-3B7F-A458-B570-DE62DA0E9185}"/>
              </a:ext>
            </a:extLst>
          </p:cNvPr>
          <p:cNvSpPr/>
          <p:nvPr/>
        </p:nvSpPr>
        <p:spPr>
          <a:xfrm>
            <a:off x="4456942" y="4706320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A7A31E-8575-E5CF-9D96-56F1E62137C0}"/>
              </a:ext>
            </a:extLst>
          </p:cNvPr>
          <p:cNvSpPr/>
          <p:nvPr/>
        </p:nvSpPr>
        <p:spPr>
          <a:xfrm>
            <a:off x="3891857" y="5489647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E1D57A-3F9D-2F33-8112-FA747255FC43}"/>
              </a:ext>
            </a:extLst>
          </p:cNvPr>
          <p:cNvSpPr/>
          <p:nvPr/>
        </p:nvSpPr>
        <p:spPr>
          <a:xfrm>
            <a:off x="4442919" y="5489647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53BB40-1C98-364F-28C3-7050D56AC4F9}"/>
              </a:ext>
            </a:extLst>
          </p:cNvPr>
          <p:cNvSpPr/>
          <p:nvPr/>
        </p:nvSpPr>
        <p:spPr>
          <a:xfrm>
            <a:off x="4993981" y="5489647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678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4A2C70-C7FE-45C8-238D-829CB40E2F27}"/>
              </a:ext>
            </a:extLst>
          </p:cNvPr>
          <p:cNvSpPr/>
          <p:nvPr/>
        </p:nvSpPr>
        <p:spPr>
          <a:xfrm>
            <a:off x="170163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57ADD9-01F2-1E8B-1040-CBC18C9F24BA}"/>
              </a:ext>
            </a:extLst>
          </p:cNvPr>
          <p:cNvSpPr/>
          <p:nvPr/>
        </p:nvSpPr>
        <p:spPr>
          <a:xfrm>
            <a:off x="2252694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F10FB8-EEBD-D8A0-3A36-6825DEEFE284}"/>
              </a:ext>
            </a:extLst>
          </p:cNvPr>
          <p:cNvSpPr/>
          <p:nvPr/>
        </p:nvSpPr>
        <p:spPr>
          <a:xfrm>
            <a:off x="2803756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E0DE5-4C8B-57CD-1952-EF6B9554935F}"/>
              </a:ext>
            </a:extLst>
          </p:cNvPr>
          <p:cNvSpPr/>
          <p:nvPr/>
        </p:nvSpPr>
        <p:spPr>
          <a:xfrm>
            <a:off x="3354818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C0A23F-F196-83CB-0384-506E9638C08E}"/>
              </a:ext>
            </a:extLst>
          </p:cNvPr>
          <p:cNvSpPr/>
          <p:nvPr/>
        </p:nvSpPr>
        <p:spPr>
          <a:xfrm>
            <a:off x="3905880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A9B3B-45A6-4D97-9E53-9F8BA1023C13}"/>
              </a:ext>
            </a:extLst>
          </p:cNvPr>
          <p:cNvSpPr/>
          <p:nvPr/>
        </p:nvSpPr>
        <p:spPr>
          <a:xfrm>
            <a:off x="4456942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FA5E7-6A89-E8D8-3B23-EF9E56C8FFF1}"/>
              </a:ext>
            </a:extLst>
          </p:cNvPr>
          <p:cNvSpPr txBox="1"/>
          <p:nvPr/>
        </p:nvSpPr>
        <p:spPr>
          <a:xfrm>
            <a:off x="1241408" y="7872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DB21FA-E1D9-1AD0-3591-0E00CFA18039}"/>
              </a:ext>
            </a:extLst>
          </p:cNvPr>
          <p:cNvSpPr/>
          <p:nvPr/>
        </p:nvSpPr>
        <p:spPr>
          <a:xfrm>
            <a:off x="1701632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B0750D-4E99-9A32-61A5-407C7403E865}"/>
              </a:ext>
            </a:extLst>
          </p:cNvPr>
          <p:cNvSpPr/>
          <p:nvPr/>
        </p:nvSpPr>
        <p:spPr>
          <a:xfrm>
            <a:off x="2252694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AAAD4C-0E6E-2E12-C345-3DB8DFBDF18B}"/>
              </a:ext>
            </a:extLst>
          </p:cNvPr>
          <p:cNvSpPr/>
          <p:nvPr/>
        </p:nvSpPr>
        <p:spPr>
          <a:xfrm>
            <a:off x="2803756" y="1599344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6AB5-4543-2498-D521-AE1EAA40092A}"/>
              </a:ext>
            </a:extLst>
          </p:cNvPr>
          <p:cNvSpPr txBox="1"/>
          <p:nvPr/>
        </p:nvSpPr>
        <p:spPr>
          <a:xfrm>
            <a:off x="1241408" y="16471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(N - F)/S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(7 - 3)/S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32DC03-781D-7055-0D3B-B75DF14B08DF}"/>
              </a:ext>
            </a:extLst>
          </p:cNvPr>
          <p:cNvSpPr/>
          <p:nvPr/>
        </p:nvSpPr>
        <p:spPr>
          <a:xfrm>
            <a:off x="2803756" y="2376406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D2AA9-4063-31CD-B273-4D78FA860649}"/>
              </a:ext>
            </a:extLst>
          </p:cNvPr>
          <p:cNvSpPr/>
          <p:nvPr/>
        </p:nvSpPr>
        <p:spPr>
          <a:xfrm>
            <a:off x="3354818" y="2376406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99225A-6770-BEFA-BE67-A47031B06991}"/>
              </a:ext>
            </a:extLst>
          </p:cNvPr>
          <p:cNvSpPr/>
          <p:nvPr/>
        </p:nvSpPr>
        <p:spPr>
          <a:xfrm>
            <a:off x="3905880" y="2376406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E7868F-A746-1CF9-54CB-A7CC30F8C74E}"/>
              </a:ext>
            </a:extLst>
          </p:cNvPr>
          <p:cNvSpPr/>
          <p:nvPr/>
        </p:nvSpPr>
        <p:spPr>
          <a:xfrm>
            <a:off x="3905880" y="3153468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90B37A-94BF-705C-66C0-67F3430C7B99}"/>
              </a:ext>
            </a:extLst>
          </p:cNvPr>
          <p:cNvSpPr/>
          <p:nvPr/>
        </p:nvSpPr>
        <p:spPr>
          <a:xfrm>
            <a:off x="4456942" y="3153468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239D86F-7B08-B7A8-53EC-A7AA16EE541F}"/>
              </a:ext>
            </a:extLst>
          </p:cNvPr>
          <p:cNvSpPr/>
          <p:nvPr/>
        </p:nvSpPr>
        <p:spPr>
          <a:xfrm>
            <a:off x="5008004" y="3153468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AEED94-877D-55A8-F15F-181B9CC7245D}"/>
              </a:ext>
            </a:extLst>
          </p:cNvPr>
          <p:cNvSpPr/>
          <p:nvPr/>
        </p:nvSpPr>
        <p:spPr>
          <a:xfrm>
            <a:off x="5008004" y="708509"/>
            <a:ext cx="551062" cy="5510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6CD60AD-4C47-8006-F686-813636FB1523}"/>
              </a:ext>
            </a:extLst>
          </p:cNvPr>
          <p:cNvSpPr/>
          <p:nvPr/>
        </p:nvSpPr>
        <p:spPr>
          <a:xfrm>
            <a:off x="1810633" y="2543364"/>
            <a:ext cx="920456" cy="278559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6DF0C2-1ED5-F62B-F9E5-BA42ED6CA4BF}"/>
              </a:ext>
            </a:extLst>
          </p:cNvPr>
          <p:cNvSpPr txBox="1"/>
          <p:nvPr/>
        </p:nvSpPr>
        <p:spPr>
          <a:xfrm>
            <a:off x="1810633" y="299753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stride=2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466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(N - F)/S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(3 - 2)/1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B91352-2D50-2434-655D-F76CD1F079CD}"/>
              </a:ext>
            </a:extLst>
          </p:cNvPr>
          <p:cNvSpPr/>
          <p:nvPr/>
        </p:nvSpPr>
        <p:spPr>
          <a:xfrm>
            <a:off x="1156625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A28300-1D11-E5AB-57BE-2BC4D0330A96}"/>
              </a:ext>
            </a:extLst>
          </p:cNvPr>
          <p:cNvSpPr/>
          <p:nvPr/>
        </p:nvSpPr>
        <p:spPr>
          <a:xfrm>
            <a:off x="1628526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F7865F-C8BF-F47A-8F86-8FAF09257D3E}"/>
              </a:ext>
            </a:extLst>
          </p:cNvPr>
          <p:cNvSpPr/>
          <p:nvPr/>
        </p:nvSpPr>
        <p:spPr>
          <a:xfrm>
            <a:off x="2106921" y="84888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379BE7-10D2-C131-13CF-114549F1C45B}"/>
              </a:ext>
            </a:extLst>
          </p:cNvPr>
          <p:cNvSpPr/>
          <p:nvPr/>
        </p:nvSpPr>
        <p:spPr>
          <a:xfrm>
            <a:off x="1156625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334967-752B-1C03-F720-8A357DCF993A}"/>
              </a:ext>
            </a:extLst>
          </p:cNvPr>
          <p:cNvSpPr/>
          <p:nvPr/>
        </p:nvSpPr>
        <p:spPr>
          <a:xfrm>
            <a:off x="1628526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708F94-B68D-DC23-9DC7-B0FEB5329D67}"/>
              </a:ext>
            </a:extLst>
          </p:cNvPr>
          <p:cNvSpPr/>
          <p:nvPr/>
        </p:nvSpPr>
        <p:spPr>
          <a:xfrm>
            <a:off x="2100427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E21439-0A00-8E17-8F01-1CC547BBBFB1}"/>
              </a:ext>
            </a:extLst>
          </p:cNvPr>
          <p:cNvSpPr/>
          <p:nvPr/>
        </p:nvSpPr>
        <p:spPr>
          <a:xfrm>
            <a:off x="1156625" y="178597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CC9E70-0E0F-83C5-A0B6-FF666FC6AB95}"/>
              </a:ext>
            </a:extLst>
          </p:cNvPr>
          <p:cNvSpPr/>
          <p:nvPr/>
        </p:nvSpPr>
        <p:spPr>
          <a:xfrm>
            <a:off x="1628526" y="178597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6E0266-F151-CC5F-C17E-6F79477FA445}"/>
              </a:ext>
            </a:extLst>
          </p:cNvPr>
          <p:cNvSpPr/>
          <p:nvPr/>
        </p:nvSpPr>
        <p:spPr>
          <a:xfrm>
            <a:off x="2100427" y="178597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85EEA1-01C8-419A-8F66-598F171C6488}"/>
              </a:ext>
            </a:extLst>
          </p:cNvPr>
          <p:cNvSpPr/>
          <p:nvPr/>
        </p:nvSpPr>
        <p:spPr>
          <a:xfrm>
            <a:off x="3227651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AB8537-7B7B-F381-21B2-5D04450E6274}"/>
              </a:ext>
            </a:extLst>
          </p:cNvPr>
          <p:cNvSpPr/>
          <p:nvPr/>
        </p:nvSpPr>
        <p:spPr>
          <a:xfrm>
            <a:off x="3699552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B10C79-6592-7934-FA08-7D1832D99AF8}"/>
              </a:ext>
            </a:extLst>
          </p:cNvPr>
          <p:cNvSpPr/>
          <p:nvPr/>
        </p:nvSpPr>
        <p:spPr>
          <a:xfrm>
            <a:off x="3227651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1EF1CC-BC91-6985-17BD-D009B13F4769}"/>
              </a:ext>
            </a:extLst>
          </p:cNvPr>
          <p:cNvSpPr/>
          <p:nvPr/>
        </p:nvSpPr>
        <p:spPr>
          <a:xfrm>
            <a:off x="3699552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BC9575-5DA0-0394-7D35-5F4780C6955F}"/>
              </a:ext>
            </a:extLst>
          </p:cNvPr>
          <p:cNvGrpSpPr/>
          <p:nvPr/>
        </p:nvGrpSpPr>
        <p:grpSpPr>
          <a:xfrm>
            <a:off x="1150131" y="848884"/>
            <a:ext cx="943802" cy="943802"/>
            <a:chOff x="3227651" y="2257874"/>
            <a:chExt cx="943802" cy="94380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34EA699-DB85-3919-CD7F-0E6D059987B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C733B62-6A67-D6C6-587C-EBE20480D1D5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D4908BA-941B-B897-2351-2A64C74CF17A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11CEDA4-F2A1-B01D-4358-77EE3808998E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25C02B5-611E-BD72-D5F7-DC7D25250ACE}"/>
              </a:ext>
            </a:extLst>
          </p:cNvPr>
          <p:cNvSpPr/>
          <p:nvPr/>
        </p:nvSpPr>
        <p:spPr>
          <a:xfrm>
            <a:off x="4753669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3918711-F036-F9F6-AB58-2A63F38EAB02}"/>
              </a:ext>
            </a:extLst>
          </p:cNvPr>
          <p:cNvSpPr/>
          <p:nvPr/>
        </p:nvSpPr>
        <p:spPr>
          <a:xfrm>
            <a:off x="5225570" y="84217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29AAFD5-453C-7B9A-2076-CE8AF3C2B26D}"/>
              </a:ext>
            </a:extLst>
          </p:cNvPr>
          <p:cNvSpPr/>
          <p:nvPr/>
        </p:nvSpPr>
        <p:spPr>
          <a:xfrm>
            <a:off x="4753669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E739AB7-612E-EAE2-A985-F5BD8B3638D9}"/>
              </a:ext>
            </a:extLst>
          </p:cNvPr>
          <p:cNvSpPr/>
          <p:nvPr/>
        </p:nvSpPr>
        <p:spPr>
          <a:xfrm>
            <a:off x="5225570" y="131407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094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+ 2P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385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output = 3 + 2*0.5 - 2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B91352-2D50-2434-655D-F76CD1F079CD}"/>
              </a:ext>
            </a:extLst>
          </p:cNvPr>
          <p:cNvSpPr/>
          <p:nvPr/>
        </p:nvSpPr>
        <p:spPr>
          <a:xfrm>
            <a:off x="755021" y="706577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A28300-1D11-E5AB-57BE-2BC4D0330A96}"/>
              </a:ext>
            </a:extLst>
          </p:cNvPr>
          <p:cNvSpPr/>
          <p:nvPr/>
        </p:nvSpPr>
        <p:spPr>
          <a:xfrm>
            <a:off x="1226922" y="706577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F7865F-C8BF-F47A-8F86-8FAF09257D3E}"/>
              </a:ext>
            </a:extLst>
          </p:cNvPr>
          <p:cNvSpPr/>
          <p:nvPr/>
        </p:nvSpPr>
        <p:spPr>
          <a:xfrm>
            <a:off x="1699261" y="713289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379BE7-10D2-C131-13CF-114549F1C45B}"/>
              </a:ext>
            </a:extLst>
          </p:cNvPr>
          <p:cNvSpPr/>
          <p:nvPr/>
        </p:nvSpPr>
        <p:spPr>
          <a:xfrm>
            <a:off x="755021" y="1178478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334967-752B-1C03-F720-8A357DCF993A}"/>
              </a:ext>
            </a:extLst>
          </p:cNvPr>
          <p:cNvSpPr/>
          <p:nvPr/>
        </p:nvSpPr>
        <p:spPr>
          <a:xfrm>
            <a:off x="1226922" y="1178478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708F94-B68D-DC23-9DC7-B0FEB5329D67}"/>
              </a:ext>
            </a:extLst>
          </p:cNvPr>
          <p:cNvSpPr/>
          <p:nvPr/>
        </p:nvSpPr>
        <p:spPr>
          <a:xfrm>
            <a:off x="1698823" y="1178478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E21439-0A00-8E17-8F01-1CC547BBBFB1}"/>
              </a:ext>
            </a:extLst>
          </p:cNvPr>
          <p:cNvSpPr/>
          <p:nvPr/>
        </p:nvSpPr>
        <p:spPr>
          <a:xfrm>
            <a:off x="755021" y="1650379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CC9E70-0E0F-83C5-A0B6-FF666FC6AB95}"/>
              </a:ext>
            </a:extLst>
          </p:cNvPr>
          <p:cNvSpPr/>
          <p:nvPr/>
        </p:nvSpPr>
        <p:spPr>
          <a:xfrm>
            <a:off x="1226922" y="1650379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6E0266-F151-CC5F-C17E-6F79477FA445}"/>
              </a:ext>
            </a:extLst>
          </p:cNvPr>
          <p:cNvSpPr/>
          <p:nvPr/>
        </p:nvSpPr>
        <p:spPr>
          <a:xfrm>
            <a:off x="1698823" y="1650379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85EEA1-01C8-419A-8F66-598F171C6488}"/>
              </a:ext>
            </a:extLst>
          </p:cNvPr>
          <p:cNvSpPr/>
          <p:nvPr/>
        </p:nvSpPr>
        <p:spPr>
          <a:xfrm>
            <a:off x="2989857" y="116465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AB8537-7B7B-F381-21B2-5D04450E6274}"/>
              </a:ext>
            </a:extLst>
          </p:cNvPr>
          <p:cNvSpPr/>
          <p:nvPr/>
        </p:nvSpPr>
        <p:spPr>
          <a:xfrm>
            <a:off x="3461758" y="116465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B10C79-6592-7934-FA08-7D1832D99AF8}"/>
              </a:ext>
            </a:extLst>
          </p:cNvPr>
          <p:cNvSpPr/>
          <p:nvPr/>
        </p:nvSpPr>
        <p:spPr>
          <a:xfrm>
            <a:off x="2989857" y="1636554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1EF1CC-BC91-6985-17BD-D009B13F4769}"/>
              </a:ext>
            </a:extLst>
          </p:cNvPr>
          <p:cNvSpPr/>
          <p:nvPr/>
        </p:nvSpPr>
        <p:spPr>
          <a:xfrm>
            <a:off x="3461758" y="1636554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10CFB7-D400-70C4-E5B2-F16E30152933}"/>
              </a:ext>
            </a:extLst>
          </p:cNvPr>
          <p:cNvSpPr/>
          <p:nvPr/>
        </p:nvSpPr>
        <p:spPr>
          <a:xfrm>
            <a:off x="2170724" y="713289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59CB20-D03C-E7D7-5E57-A582D7627899}"/>
              </a:ext>
            </a:extLst>
          </p:cNvPr>
          <p:cNvSpPr/>
          <p:nvPr/>
        </p:nvSpPr>
        <p:spPr>
          <a:xfrm>
            <a:off x="2170286" y="117847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B1B692-C2CE-6A8D-2DCE-3D01CCDD71A2}"/>
              </a:ext>
            </a:extLst>
          </p:cNvPr>
          <p:cNvSpPr/>
          <p:nvPr/>
        </p:nvSpPr>
        <p:spPr>
          <a:xfrm>
            <a:off x="2170286" y="1650379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F14550-94F1-A752-E10C-D83835A28599}"/>
              </a:ext>
            </a:extLst>
          </p:cNvPr>
          <p:cNvSpPr/>
          <p:nvPr/>
        </p:nvSpPr>
        <p:spPr>
          <a:xfrm>
            <a:off x="755021" y="211556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680C25-723B-6F2C-DFEE-085CE3D52F57}"/>
              </a:ext>
            </a:extLst>
          </p:cNvPr>
          <p:cNvSpPr/>
          <p:nvPr/>
        </p:nvSpPr>
        <p:spPr>
          <a:xfrm>
            <a:off x="1226922" y="211556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831DCF-0DC2-4900-0072-6CFC82072E71}"/>
              </a:ext>
            </a:extLst>
          </p:cNvPr>
          <p:cNvSpPr/>
          <p:nvPr/>
        </p:nvSpPr>
        <p:spPr>
          <a:xfrm>
            <a:off x="1698823" y="211556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81C436-7550-B352-66A8-C190F0A1D063}"/>
              </a:ext>
            </a:extLst>
          </p:cNvPr>
          <p:cNvSpPr/>
          <p:nvPr/>
        </p:nvSpPr>
        <p:spPr>
          <a:xfrm>
            <a:off x="2170286" y="211556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2D7E7B-4284-A49D-167D-EF8B2B5F233E}"/>
              </a:ext>
            </a:extLst>
          </p:cNvPr>
          <p:cNvSpPr/>
          <p:nvPr/>
        </p:nvSpPr>
        <p:spPr>
          <a:xfrm>
            <a:off x="4274900" y="92870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CD242-1239-3C57-B54A-46C1A935E965}"/>
              </a:ext>
            </a:extLst>
          </p:cNvPr>
          <p:cNvSpPr/>
          <p:nvPr/>
        </p:nvSpPr>
        <p:spPr>
          <a:xfrm>
            <a:off x="4746801" y="92870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8BE87D-C6A2-22B9-5114-29D803CA2CE6}"/>
              </a:ext>
            </a:extLst>
          </p:cNvPr>
          <p:cNvSpPr/>
          <p:nvPr/>
        </p:nvSpPr>
        <p:spPr>
          <a:xfrm>
            <a:off x="5219140" y="935414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2D538C-01A8-2FC7-FD62-454FA1A337A8}"/>
              </a:ext>
            </a:extLst>
          </p:cNvPr>
          <p:cNvSpPr/>
          <p:nvPr/>
        </p:nvSpPr>
        <p:spPr>
          <a:xfrm>
            <a:off x="4274900" y="1400603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07D94-A18E-59D9-138E-78898DB91AB7}"/>
              </a:ext>
            </a:extLst>
          </p:cNvPr>
          <p:cNvSpPr/>
          <p:nvPr/>
        </p:nvSpPr>
        <p:spPr>
          <a:xfrm>
            <a:off x="4746801" y="1400603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910FD8-30E5-C719-C8B2-74A041F422DB}"/>
              </a:ext>
            </a:extLst>
          </p:cNvPr>
          <p:cNvSpPr/>
          <p:nvPr/>
        </p:nvSpPr>
        <p:spPr>
          <a:xfrm>
            <a:off x="5218702" y="1400603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783A2B-38A0-F7AA-18E7-D8848D962F3C}"/>
              </a:ext>
            </a:extLst>
          </p:cNvPr>
          <p:cNvSpPr/>
          <p:nvPr/>
        </p:nvSpPr>
        <p:spPr>
          <a:xfrm>
            <a:off x="4274900" y="1872504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9B8009-78D5-9C43-C3FC-1640F94F1F53}"/>
              </a:ext>
            </a:extLst>
          </p:cNvPr>
          <p:cNvSpPr/>
          <p:nvPr/>
        </p:nvSpPr>
        <p:spPr>
          <a:xfrm>
            <a:off x="4746801" y="1872504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4A801E-C3BB-D9A5-A122-CE3C20E6189F}"/>
              </a:ext>
            </a:extLst>
          </p:cNvPr>
          <p:cNvSpPr/>
          <p:nvPr/>
        </p:nvSpPr>
        <p:spPr>
          <a:xfrm>
            <a:off x="5218702" y="1872504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BC9575-5DA0-0394-7D35-5F4780C6955F}"/>
              </a:ext>
            </a:extLst>
          </p:cNvPr>
          <p:cNvGrpSpPr/>
          <p:nvPr/>
        </p:nvGrpSpPr>
        <p:grpSpPr>
          <a:xfrm>
            <a:off x="725587" y="713289"/>
            <a:ext cx="943802" cy="943802"/>
            <a:chOff x="3227651" y="2257874"/>
            <a:chExt cx="943802" cy="94380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34EA699-DB85-3919-CD7F-0E6D059987B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C733B62-6A67-D6C6-587C-EBE20480D1D5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D4908BA-941B-B897-2351-2A64C74CF17A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11CEDA4-F2A1-B01D-4358-77EE3808998E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924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6546135" y="44206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6546135" y="98404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6546135" y="2047241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+ 20 -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6535905" y="2710332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output = 3 + 2*0 - 2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B91352-2D50-2434-655D-F76CD1F079CD}"/>
              </a:ext>
            </a:extLst>
          </p:cNvPr>
          <p:cNvSpPr/>
          <p:nvPr/>
        </p:nvSpPr>
        <p:spPr>
          <a:xfrm>
            <a:off x="755021" y="706577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A28300-1D11-E5AB-57BE-2BC4D0330A96}"/>
              </a:ext>
            </a:extLst>
          </p:cNvPr>
          <p:cNvSpPr/>
          <p:nvPr/>
        </p:nvSpPr>
        <p:spPr>
          <a:xfrm>
            <a:off x="1226922" y="706577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F7865F-C8BF-F47A-8F86-8FAF09257D3E}"/>
              </a:ext>
            </a:extLst>
          </p:cNvPr>
          <p:cNvSpPr/>
          <p:nvPr/>
        </p:nvSpPr>
        <p:spPr>
          <a:xfrm>
            <a:off x="1699261" y="71328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379BE7-10D2-C131-13CF-114549F1C45B}"/>
              </a:ext>
            </a:extLst>
          </p:cNvPr>
          <p:cNvSpPr/>
          <p:nvPr/>
        </p:nvSpPr>
        <p:spPr>
          <a:xfrm>
            <a:off x="755021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334967-752B-1C03-F720-8A357DCF993A}"/>
              </a:ext>
            </a:extLst>
          </p:cNvPr>
          <p:cNvSpPr/>
          <p:nvPr/>
        </p:nvSpPr>
        <p:spPr>
          <a:xfrm>
            <a:off x="1226922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708F94-B68D-DC23-9DC7-B0FEB5329D67}"/>
              </a:ext>
            </a:extLst>
          </p:cNvPr>
          <p:cNvSpPr/>
          <p:nvPr/>
        </p:nvSpPr>
        <p:spPr>
          <a:xfrm>
            <a:off x="1698823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E21439-0A00-8E17-8F01-1CC547BBBFB1}"/>
              </a:ext>
            </a:extLst>
          </p:cNvPr>
          <p:cNvSpPr/>
          <p:nvPr/>
        </p:nvSpPr>
        <p:spPr>
          <a:xfrm>
            <a:off x="755021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CC9E70-0E0F-83C5-A0B6-FF666FC6AB95}"/>
              </a:ext>
            </a:extLst>
          </p:cNvPr>
          <p:cNvSpPr/>
          <p:nvPr/>
        </p:nvSpPr>
        <p:spPr>
          <a:xfrm>
            <a:off x="1226922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6E0266-F151-CC5F-C17E-6F79477FA445}"/>
              </a:ext>
            </a:extLst>
          </p:cNvPr>
          <p:cNvSpPr/>
          <p:nvPr/>
        </p:nvSpPr>
        <p:spPr>
          <a:xfrm>
            <a:off x="1698823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85EEA1-01C8-419A-8F66-598F171C6488}"/>
              </a:ext>
            </a:extLst>
          </p:cNvPr>
          <p:cNvSpPr/>
          <p:nvPr/>
        </p:nvSpPr>
        <p:spPr>
          <a:xfrm>
            <a:off x="2808189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AB8537-7B7B-F381-21B2-5D04450E6274}"/>
              </a:ext>
            </a:extLst>
          </p:cNvPr>
          <p:cNvSpPr/>
          <p:nvPr/>
        </p:nvSpPr>
        <p:spPr>
          <a:xfrm>
            <a:off x="3280090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B10C79-6592-7934-FA08-7D1832D99AF8}"/>
              </a:ext>
            </a:extLst>
          </p:cNvPr>
          <p:cNvSpPr/>
          <p:nvPr/>
        </p:nvSpPr>
        <p:spPr>
          <a:xfrm>
            <a:off x="2808189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1EF1CC-BC91-6985-17BD-D009B13F4769}"/>
              </a:ext>
            </a:extLst>
          </p:cNvPr>
          <p:cNvSpPr/>
          <p:nvPr/>
        </p:nvSpPr>
        <p:spPr>
          <a:xfrm>
            <a:off x="3280090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2D7E7B-4284-A49D-167D-EF8B2B5F233E}"/>
              </a:ext>
            </a:extLst>
          </p:cNvPr>
          <p:cNvSpPr/>
          <p:nvPr/>
        </p:nvSpPr>
        <p:spPr>
          <a:xfrm>
            <a:off x="4741760" y="2638541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CD242-1239-3C57-B54A-46C1A935E965}"/>
              </a:ext>
            </a:extLst>
          </p:cNvPr>
          <p:cNvSpPr/>
          <p:nvPr/>
        </p:nvSpPr>
        <p:spPr>
          <a:xfrm>
            <a:off x="5213661" y="2638541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2D538C-01A8-2FC7-FD62-454FA1A337A8}"/>
              </a:ext>
            </a:extLst>
          </p:cNvPr>
          <p:cNvSpPr/>
          <p:nvPr/>
        </p:nvSpPr>
        <p:spPr>
          <a:xfrm>
            <a:off x="4741760" y="311044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07D94-A18E-59D9-138E-78898DB91AB7}"/>
              </a:ext>
            </a:extLst>
          </p:cNvPr>
          <p:cNvSpPr/>
          <p:nvPr/>
        </p:nvSpPr>
        <p:spPr>
          <a:xfrm>
            <a:off x="5213661" y="311044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BC9575-5DA0-0394-7D35-5F4780C6955F}"/>
              </a:ext>
            </a:extLst>
          </p:cNvPr>
          <p:cNvGrpSpPr/>
          <p:nvPr/>
        </p:nvGrpSpPr>
        <p:grpSpPr>
          <a:xfrm>
            <a:off x="754583" y="713289"/>
            <a:ext cx="943802" cy="943802"/>
            <a:chOff x="3227651" y="2257874"/>
            <a:chExt cx="943802" cy="94380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34EA699-DB85-3919-CD7F-0E6D059987B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C733B62-6A67-D6C6-587C-EBE20480D1D5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D4908BA-941B-B897-2351-2A64C74CF17A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11CEDA4-F2A1-B01D-4358-77EE3808998E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4043B4-1E1D-CAC0-DB5A-A6A7DB58B0EB}"/>
              </a:ext>
            </a:extLst>
          </p:cNvPr>
          <p:cNvSpPr/>
          <p:nvPr/>
        </p:nvSpPr>
        <p:spPr>
          <a:xfrm>
            <a:off x="754583" y="2447351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173FA4D-AFC1-4A7D-A9BA-BC0D009A7D8A}"/>
              </a:ext>
            </a:extLst>
          </p:cNvPr>
          <p:cNvSpPr/>
          <p:nvPr/>
        </p:nvSpPr>
        <p:spPr>
          <a:xfrm>
            <a:off x="1226484" y="2447351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1F09C3-2CD0-13AB-D595-887C0A5B77C0}"/>
              </a:ext>
            </a:extLst>
          </p:cNvPr>
          <p:cNvSpPr/>
          <p:nvPr/>
        </p:nvSpPr>
        <p:spPr>
          <a:xfrm>
            <a:off x="1698823" y="245406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2BE82F-C50E-127C-A780-7CC05E6A3B25}"/>
              </a:ext>
            </a:extLst>
          </p:cNvPr>
          <p:cNvSpPr/>
          <p:nvPr/>
        </p:nvSpPr>
        <p:spPr>
          <a:xfrm>
            <a:off x="754583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E3CBB7-C74A-6ADE-CACB-E06812D2CF22}"/>
              </a:ext>
            </a:extLst>
          </p:cNvPr>
          <p:cNvSpPr/>
          <p:nvPr/>
        </p:nvSpPr>
        <p:spPr>
          <a:xfrm>
            <a:off x="1226484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91E1751-4278-32B8-C86F-F9C754CAE228}"/>
              </a:ext>
            </a:extLst>
          </p:cNvPr>
          <p:cNvSpPr/>
          <p:nvPr/>
        </p:nvSpPr>
        <p:spPr>
          <a:xfrm>
            <a:off x="1698385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2222ED-D164-BDD2-F54E-AAD044447346}"/>
              </a:ext>
            </a:extLst>
          </p:cNvPr>
          <p:cNvSpPr/>
          <p:nvPr/>
        </p:nvSpPr>
        <p:spPr>
          <a:xfrm>
            <a:off x="754583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02586B2-4162-FA16-AC33-0FF82AE5486F}"/>
              </a:ext>
            </a:extLst>
          </p:cNvPr>
          <p:cNvSpPr/>
          <p:nvPr/>
        </p:nvSpPr>
        <p:spPr>
          <a:xfrm>
            <a:off x="1226484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A473C33-8D4D-7BE1-E05B-8649F3FC4EEE}"/>
              </a:ext>
            </a:extLst>
          </p:cNvPr>
          <p:cNvSpPr/>
          <p:nvPr/>
        </p:nvSpPr>
        <p:spPr>
          <a:xfrm>
            <a:off x="1698385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1742B1E-DC01-8749-5672-A126AAE2486E}"/>
              </a:ext>
            </a:extLst>
          </p:cNvPr>
          <p:cNvSpPr/>
          <p:nvPr/>
        </p:nvSpPr>
        <p:spPr>
          <a:xfrm>
            <a:off x="754583" y="4188125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AFF43CD-6DB4-2C32-6664-E6F7577CF429}"/>
              </a:ext>
            </a:extLst>
          </p:cNvPr>
          <p:cNvSpPr/>
          <p:nvPr/>
        </p:nvSpPr>
        <p:spPr>
          <a:xfrm>
            <a:off x="1226484" y="4188125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442CA3F-A948-399F-CFE7-0A4CCB643353}"/>
              </a:ext>
            </a:extLst>
          </p:cNvPr>
          <p:cNvSpPr/>
          <p:nvPr/>
        </p:nvSpPr>
        <p:spPr>
          <a:xfrm>
            <a:off x="1698823" y="419483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B35E288-4092-20CC-FF52-F6C3FBE3D482}"/>
              </a:ext>
            </a:extLst>
          </p:cNvPr>
          <p:cNvSpPr/>
          <p:nvPr/>
        </p:nvSpPr>
        <p:spPr>
          <a:xfrm>
            <a:off x="754583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B7D504E-2A74-C28A-8D01-CF346E15A143}"/>
              </a:ext>
            </a:extLst>
          </p:cNvPr>
          <p:cNvSpPr/>
          <p:nvPr/>
        </p:nvSpPr>
        <p:spPr>
          <a:xfrm>
            <a:off x="1226484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8DC0387-1101-0259-6DFC-54E1A57D62C7}"/>
              </a:ext>
            </a:extLst>
          </p:cNvPr>
          <p:cNvSpPr/>
          <p:nvPr/>
        </p:nvSpPr>
        <p:spPr>
          <a:xfrm>
            <a:off x="1698385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98BE5F-ADED-3289-F1CA-20BFF7750B59}"/>
              </a:ext>
            </a:extLst>
          </p:cNvPr>
          <p:cNvSpPr/>
          <p:nvPr/>
        </p:nvSpPr>
        <p:spPr>
          <a:xfrm>
            <a:off x="754583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8D79E0D-8800-A7B2-7808-9BAF5BE2190B}"/>
              </a:ext>
            </a:extLst>
          </p:cNvPr>
          <p:cNvSpPr/>
          <p:nvPr/>
        </p:nvSpPr>
        <p:spPr>
          <a:xfrm>
            <a:off x="1226484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39E680-3BC5-28F5-64DB-8EB5993E7008}"/>
              </a:ext>
            </a:extLst>
          </p:cNvPr>
          <p:cNvSpPr/>
          <p:nvPr/>
        </p:nvSpPr>
        <p:spPr>
          <a:xfrm>
            <a:off x="1698385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331F08-C78B-5B7E-64F2-9C4BBC8CB350}"/>
              </a:ext>
            </a:extLst>
          </p:cNvPr>
          <p:cNvSpPr txBox="1"/>
          <p:nvPr/>
        </p:nvSpPr>
        <p:spPr>
          <a:xfrm>
            <a:off x="813336" y="17473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(1,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2000">
                <a:latin typeface="Consolas" panose="020B0609020204030204" pitchFamily="49" charset="0"/>
              </a:rPr>
              <a:t>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3CAFBA-C0DF-9786-E640-ED1E27828714}"/>
              </a:ext>
            </a:extLst>
          </p:cNvPr>
          <p:cNvSpPr txBox="1"/>
          <p:nvPr/>
        </p:nvSpPr>
        <p:spPr>
          <a:xfrm>
            <a:off x="2552968" y="43451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2000">
                <a:latin typeface="Consolas" panose="020B0609020204030204" pitchFamily="49" charset="0"/>
              </a:rPr>
              <a:t>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26F8791-3832-B2C6-DC91-A2FE4FBC85ED}"/>
              </a:ext>
            </a:extLst>
          </p:cNvPr>
          <p:cNvSpPr/>
          <p:nvPr/>
        </p:nvSpPr>
        <p:spPr>
          <a:xfrm>
            <a:off x="2754687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73F5415-5071-A019-10F2-4A9623192D21}"/>
              </a:ext>
            </a:extLst>
          </p:cNvPr>
          <p:cNvSpPr/>
          <p:nvPr/>
        </p:nvSpPr>
        <p:spPr>
          <a:xfrm>
            <a:off x="3226588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C025EB9-05C3-618F-0FBF-858FA9FFB75C}"/>
              </a:ext>
            </a:extLst>
          </p:cNvPr>
          <p:cNvSpPr/>
          <p:nvPr/>
        </p:nvSpPr>
        <p:spPr>
          <a:xfrm>
            <a:off x="2754687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FD11AF-1CB8-96DA-6E33-C912C02E6C03}"/>
              </a:ext>
            </a:extLst>
          </p:cNvPr>
          <p:cNvSpPr/>
          <p:nvPr/>
        </p:nvSpPr>
        <p:spPr>
          <a:xfrm>
            <a:off x="3226588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068D1C-88E7-B36C-6EC0-73C913BEB868}"/>
              </a:ext>
            </a:extLst>
          </p:cNvPr>
          <p:cNvSpPr/>
          <p:nvPr/>
        </p:nvSpPr>
        <p:spPr>
          <a:xfrm>
            <a:off x="2808189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3F216ED-DF44-9FEE-D222-5F95010C9235}"/>
              </a:ext>
            </a:extLst>
          </p:cNvPr>
          <p:cNvSpPr/>
          <p:nvPr/>
        </p:nvSpPr>
        <p:spPr>
          <a:xfrm>
            <a:off x="3280090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948F84D-6377-F914-8876-7CDD058727C4}"/>
              </a:ext>
            </a:extLst>
          </p:cNvPr>
          <p:cNvSpPr/>
          <p:nvPr/>
        </p:nvSpPr>
        <p:spPr>
          <a:xfrm>
            <a:off x="2808189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BADD6DE-8975-1AE7-350A-D4E414F2D553}"/>
              </a:ext>
            </a:extLst>
          </p:cNvPr>
          <p:cNvSpPr/>
          <p:nvPr/>
        </p:nvSpPr>
        <p:spPr>
          <a:xfrm>
            <a:off x="3280090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CCA2F28-C9CA-F8B9-6A06-428468415266}"/>
              </a:ext>
            </a:extLst>
          </p:cNvPr>
          <p:cNvGrpSpPr/>
          <p:nvPr/>
        </p:nvGrpSpPr>
        <p:grpSpPr>
          <a:xfrm>
            <a:off x="744566" y="2455816"/>
            <a:ext cx="943802" cy="943802"/>
            <a:chOff x="3227651" y="2257874"/>
            <a:chExt cx="943802" cy="94380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620CBDF-8E85-336E-5977-8D66FAE08263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F2FA5C2-1D64-EEB8-E5B0-2CC0A0D42147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58DE5AC-EA20-8D53-37D4-12C98DC41DAC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CD491E1-2B5B-5C54-DE10-F7B945CC5150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405776-E4EE-7977-0FA9-8E5360AB2C60}"/>
              </a:ext>
            </a:extLst>
          </p:cNvPr>
          <p:cNvGrpSpPr/>
          <p:nvPr/>
        </p:nvGrpSpPr>
        <p:grpSpPr>
          <a:xfrm>
            <a:off x="754145" y="4188125"/>
            <a:ext cx="943802" cy="943802"/>
            <a:chOff x="3227651" y="2257874"/>
            <a:chExt cx="943802" cy="943802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6CE09B7-0294-9242-A203-D44022C2A1C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B668A43-23C2-5281-EDA7-6E3BFD7E9FFE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4B05631-93E2-6FC0-E81E-4D5F4BB9AFDB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7A76D93-D6BB-4A39-CA09-2158C8A61D36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8BC368A-1B18-0BA8-DCD1-3531075A0606}"/>
              </a:ext>
            </a:extLst>
          </p:cNvPr>
          <p:cNvSpPr txBox="1"/>
          <p:nvPr/>
        </p:nvSpPr>
        <p:spPr>
          <a:xfrm>
            <a:off x="4363601" y="212228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(1,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89A6494-F90E-2DE1-C116-63DD3E86039F}"/>
              </a:ext>
            </a:extLst>
          </p:cNvPr>
          <p:cNvSpPr txBox="1"/>
          <p:nvPr/>
        </p:nvSpPr>
        <p:spPr>
          <a:xfrm>
            <a:off x="4395190" y="85603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12+24+36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140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51933BB-ACFB-EC02-ACC6-2ACBEC94124E}"/>
              </a:ext>
            </a:extLst>
          </p:cNvPr>
          <p:cNvSpPr txBox="1"/>
          <p:nvPr/>
        </p:nvSpPr>
        <p:spPr>
          <a:xfrm>
            <a:off x="8450241" y="657693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= len(x) = 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47BB-D33B-641C-D51B-222F08D5697E}"/>
              </a:ext>
            </a:extLst>
          </p:cNvPr>
          <p:cNvSpPr txBox="1"/>
          <p:nvPr/>
        </p:nvSpPr>
        <p:spPr>
          <a:xfrm>
            <a:off x="8450241" y="1199672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 = len(w) = 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D94CF-2A11-AA60-C250-2FC0CDB4AC6D}"/>
              </a:ext>
            </a:extLst>
          </p:cNvPr>
          <p:cNvSpPr txBox="1"/>
          <p:nvPr/>
        </p:nvSpPr>
        <p:spPr>
          <a:xfrm>
            <a:off x="8450241" y="2262873"/>
            <a:ext cx="3429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output = N + 20 - F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06B88-F0AC-71E7-A477-BDB4B840E7C4}"/>
              </a:ext>
            </a:extLst>
          </p:cNvPr>
          <p:cNvSpPr txBox="1"/>
          <p:nvPr/>
        </p:nvSpPr>
        <p:spPr>
          <a:xfrm>
            <a:off x="8440011" y="2925964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output = 3 + 2*0 - 2 + 1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B91352-2D50-2434-655D-F76CD1F079CD}"/>
              </a:ext>
            </a:extLst>
          </p:cNvPr>
          <p:cNvSpPr/>
          <p:nvPr/>
        </p:nvSpPr>
        <p:spPr>
          <a:xfrm>
            <a:off x="755021" y="706577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A28300-1D11-E5AB-57BE-2BC4D0330A96}"/>
              </a:ext>
            </a:extLst>
          </p:cNvPr>
          <p:cNvSpPr/>
          <p:nvPr/>
        </p:nvSpPr>
        <p:spPr>
          <a:xfrm>
            <a:off x="1226922" y="706577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F7865F-C8BF-F47A-8F86-8FAF09257D3E}"/>
              </a:ext>
            </a:extLst>
          </p:cNvPr>
          <p:cNvSpPr/>
          <p:nvPr/>
        </p:nvSpPr>
        <p:spPr>
          <a:xfrm>
            <a:off x="1699261" y="71328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379BE7-10D2-C131-13CF-114549F1C45B}"/>
              </a:ext>
            </a:extLst>
          </p:cNvPr>
          <p:cNvSpPr/>
          <p:nvPr/>
        </p:nvSpPr>
        <p:spPr>
          <a:xfrm>
            <a:off x="755021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334967-752B-1C03-F720-8A357DCF993A}"/>
              </a:ext>
            </a:extLst>
          </p:cNvPr>
          <p:cNvSpPr/>
          <p:nvPr/>
        </p:nvSpPr>
        <p:spPr>
          <a:xfrm>
            <a:off x="1226922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708F94-B68D-DC23-9DC7-B0FEB5329D67}"/>
              </a:ext>
            </a:extLst>
          </p:cNvPr>
          <p:cNvSpPr/>
          <p:nvPr/>
        </p:nvSpPr>
        <p:spPr>
          <a:xfrm>
            <a:off x="1698823" y="1178478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E21439-0A00-8E17-8F01-1CC547BBBFB1}"/>
              </a:ext>
            </a:extLst>
          </p:cNvPr>
          <p:cNvSpPr/>
          <p:nvPr/>
        </p:nvSpPr>
        <p:spPr>
          <a:xfrm>
            <a:off x="755021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CC9E70-0E0F-83C5-A0B6-FF666FC6AB95}"/>
              </a:ext>
            </a:extLst>
          </p:cNvPr>
          <p:cNvSpPr/>
          <p:nvPr/>
        </p:nvSpPr>
        <p:spPr>
          <a:xfrm>
            <a:off x="1226922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6E0266-F151-CC5F-C17E-6F79477FA445}"/>
              </a:ext>
            </a:extLst>
          </p:cNvPr>
          <p:cNvSpPr/>
          <p:nvPr/>
        </p:nvSpPr>
        <p:spPr>
          <a:xfrm>
            <a:off x="1698823" y="1650379"/>
            <a:ext cx="471901" cy="47190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85EEA1-01C8-419A-8F66-598F171C6488}"/>
              </a:ext>
            </a:extLst>
          </p:cNvPr>
          <p:cNvSpPr/>
          <p:nvPr/>
        </p:nvSpPr>
        <p:spPr>
          <a:xfrm>
            <a:off x="2808189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AB8537-7B7B-F381-21B2-5D04450E6274}"/>
              </a:ext>
            </a:extLst>
          </p:cNvPr>
          <p:cNvSpPr/>
          <p:nvPr/>
        </p:nvSpPr>
        <p:spPr>
          <a:xfrm>
            <a:off x="3280090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B10C79-6592-7934-FA08-7D1832D99AF8}"/>
              </a:ext>
            </a:extLst>
          </p:cNvPr>
          <p:cNvSpPr/>
          <p:nvPr/>
        </p:nvSpPr>
        <p:spPr>
          <a:xfrm>
            <a:off x="2808189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1EF1CC-BC91-6985-17BD-D009B13F4769}"/>
              </a:ext>
            </a:extLst>
          </p:cNvPr>
          <p:cNvSpPr/>
          <p:nvPr/>
        </p:nvSpPr>
        <p:spPr>
          <a:xfrm>
            <a:off x="3280090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2D7E7B-4284-A49D-167D-EF8B2B5F233E}"/>
              </a:ext>
            </a:extLst>
          </p:cNvPr>
          <p:cNvSpPr/>
          <p:nvPr/>
        </p:nvSpPr>
        <p:spPr>
          <a:xfrm>
            <a:off x="6037655" y="2638541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CD242-1239-3C57-B54A-46C1A935E965}"/>
              </a:ext>
            </a:extLst>
          </p:cNvPr>
          <p:cNvSpPr/>
          <p:nvPr/>
        </p:nvSpPr>
        <p:spPr>
          <a:xfrm>
            <a:off x="6509556" y="2638541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2D538C-01A8-2FC7-FD62-454FA1A337A8}"/>
              </a:ext>
            </a:extLst>
          </p:cNvPr>
          <p:cNvSpPr/>
          <p:nvPr/>
        </p:nvSpPr>
        <p:spPr>
          <a:xfrm>
            <a:off x="6037655" y="311044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07D94-A18E-59D9-138E-78898DB91AB7}"/>
              </a:ext>
            </a:extLst>
          </p:cNvPr>
          <p:cNvSpPr/>
          <p:nvPr/>
        </p:nvSpPr>
        <p:spPr>
          <a:xfrm>
            <a:off x="6509556" y="3110442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BC9575-5DA0-0394-7D35-5F4780C6955F}"/>
              </a:ext>
            </a:extLst>
          </p:cNvPr>
          <p:cNvGrpSpPr/>
          <p:nvPr/>
        </p:nvGrpSpPr>
        <p:grpSpPr>
          <a:xfrm>
            <a:off x="754583" y="713289"/>
            <a:ext cx="943802" cy="943802"/>
            <a:chOff x="3227651" y="2257874"/>
            <a:chExt cx="943802" cy="94380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34EA699-DB85-3919-CD7F-0E6D059987B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C733B62-6A67-D6C6-587C-EBE20480D1D5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D4908BA-941B-B897-2351-2A64C74CF17A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11CEDA4-F2A1-B01D-4358-77EE3808998E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4043B4-1E1D-CAC0-DB5A-A6A7DB58B0EB}"/>
              </a:ext>
            </a:extLst>
          </p:cNvPr>
          <p:cNvSpPr/>
          <p:nvPr/>
        </p:nvSpPr>
        <p:spPr>
          <a:xfrm>
            <a:off x="754583" y="2447351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173FA4D-AFC1-4A7D-A9BA-BC0D009A7D8A}"/>
              </a:ext>
            </a:extLst>
          </p:cNvPr>
          <p:cNvSpPr/>
          <p:nvPr/>
        </p:nvSpPr>
        <p:spPr>
          <a:xfrm>
            <a:off x="1226484" y="2447351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1F09C3-2CD0-13AB-D595-887C0A5B77C0}"/>
              </a:ext>
            </a:extLst>
          </p:cNvPr>
          <p:cNvSpPr/>
          <p:nvPr/>
        </p:nvSpPr>
        <p:spPr>
          <a:xfrm>
            <a:off x="1698823" y="245406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2BE82F-C50E-127C-A780-7CC05E6A3B25}"/>
              </a:ext>
            </a:extLst>
          </p:cNvPr>
          <p:cNvSpPr/>
          <p:nvPr/>
        </p:nvSpPr>
        <p:spPr>
          <a:xfrm>
            <a:off x="754583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E3CBB7-C74A-6ADE-CACB-E06812D2CF22}"/>
              </a:ext>
            </a:extLst>
          </p:cNvPr>
          <p:cNvSpPr/>
          <p:nvPr/>
        </p:nvSpPr>
        <p:spPr>
          <a:xfrm>
            <a:off x="1226484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91E1751-4278-32B8-C86F-F9C754CAE228}"/>
              </a:ext>
            </a:extLst>
          </p:cNvPr>
          <p:cNvSpPr/>
          <p:nvPr/>
        </p:nvSpPr>
        <p:spPr>
          <a:xfrm>
            <a:off x="1698385" y="2919252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2222ED-D164-BDD2-F54E-AAD044447346}"/>
              </a:ext>
            </a:extLst>
          </p:cNvPr>
          <p:cNvSpPr/>
          <p:nvPr/>
        </p:nvSpPr>
        <p:spPr>
          <a:xfrm>
            <a:off x="754583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02586B2-4162-FA16-AC33-0FF82AE5486F}"/>
              </a:ext>
            </a:extLst>
          </p:cNvPr>
          <p:cNvSpPr/>
          <p:nvPr/>
        </p:nvSpPr>
        <p:spPr>
          <a:xfrm>
            <a:off x="1226484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A473C33-8D4D-7BE1-E05B-8649F3FC4EEE}"/>
              </a:ext>
            </a:extLst>
          </p:cNvPr>
          <p:cNvSpPr/>
          <p:nvPr/>
        </p:nvSpPr>
        <p:spPr>
          <a:xfrm>
            <a:off x="1698385" y="3391153"/>
            <a:ext cx="471901" cy="471901"/>
          </a:xfrm>
          <a:prstGeom prst="rect">
            <a:avLst/>
          </a:prstGeom>
          <a:solidFill>
            <a:schemeClr val="accent6">
              <a:lumMod val="75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1742B1E-DC01-8749-5672-A126AAE2486E}"/>
              </a:ext>
            </a:extLst>
          </p:cNvPr>
          <p:cNvSpPr/>
          <p:nvPr/>
        </p:nvSpPr>
        <p:spPr>
          <a:xfrm>
            <a:off x="754583" y="4188125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AFF43CD-6DB4-2C32-6664-E6F7577CF429}"/>
              </a:ext>
            </a:extLst>
          </p:cNvPr>
          <p:cNvSpPr/>
          <p:nvPr/>
        </p:nvSpPr>
        <p:spPr>
          <a:xfrm>
            <a:off x="1226484" y="4188125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442CA3F-A948-399F-CFE7-0A4CCB643353}"/>
              </a:ext>
            </a:extLst>
          </p:cNvPr>
          <p:cNvSpPr/>
          <p:nvPr/>
        </p:nvSpPr>
        <p:spPr>
          <a:xfrm>
            <a:off x="1698823" y="419483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B35E288-4092-20CC-FF52-F6C3FBE3D482}"/>
              </a:ext>
            </a:extLst>
          </p:cNvPr>
          <p:cNvSpPr/>
          <p:nvPr/>
        </p:nvSpPr>
        <p:spPr>
          <a:xfrm>
            <a:off x="754583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B7D504E-2A74-C28A-8D01-CF346E15A143}"/>
              </a:ext>
            </a:extLst>
          </p:cNvPr>
          <p:cNvSpPr/>
          <p:nvPr/>
        </p:nvSpPr>
        <p:spPr>
          <a:xfrm>
            <a:off x="1226484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8DC0387-1101-0259-6DFC-54E1A57D62C7}"/>
              </a:ext>
            </a:extLst>
          </p:cNvPr>
          <p:cNvSpPr/>
          <p:nvPr/>
        </p:nvSpPr>
        <p:spPr>
          <a:xfrm>
            <a:off x="1698385" y="4660026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98BE5F-ADED-3289-F1CA-20BFF7750B59}"/>
              </a:ext>
            </a:extLst>
          </p:cNvPr>
          <p:cNvSpPr/>
          <p:nvPr/>
        </p:nvSpPr>
        <p:spPr>
          <a:xfrm>
            <a:off x="754583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8D79E0D-8800-A7B2-7808-9BAF5BE2190B}"/>
              </a:ext>
            </a:extLst>
          </p:cNvPr>
          <p:cNvSpPr/>
          <p:nvPr/>
        </p:nvSpPr>
        <p:spPr>
          <a:xfrm>
            <a:off x="1226484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39E680-3BC5-28F5-64DB-8EB5993E7008}"/>
              </a:ext>
            </a:extLst>
          </p:cNvPr>
          <p:cNvSpPr/>
          <p:nvPr/>
        </p:nvSpPr>
        <p:spPr>
          <a:xfrm>
            <a:off x="1698385" y="5131927"/>
            <a:ext cx="471901" cy="471901"/>
          </a:xfrm>
          <a:prstGeom prst="rect">
            <a:avLst/>
          </a:prstGeom>
          <a:solidFill>
            <a:schemeClr val="tx2">
              <a:lumMod val="50000"/>
              <a:lumOff val="50000"/>
              <a:alpha val="22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331F08-C78B-5B7E-64F2-9C4BBC8CB350}"/>
              </a:ext>
            </a:extLst>
          </p:cNvPr>
          <p:cNvSpPr txBox="1"/>
          <p:nvPr/>
        </p:nvSpPr>
        <p:spPr>
          <a:xfrm>
            <a:off x="813336" y="17473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(1,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2000">
                <a:latin typeface="Consolas" panose="020B0609020204030204" pitchFamily="49" charset="0"/>
              </a:rPr>
              <a:t>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3CAFBA-C0DF-9786-E640-ED1E27828714}"/>
              </a:ext>
            </a:extLst>
          </p:cNvPr>
          <p:cNvSpPr txBox="1"/>
          <p:nvPr/>
        </p:nvSpPr>
        <p:spPr>
          <a:xfrm>
            <a:off x="2552968" y="43451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2000">
                <a:latin typeface="Consolas" panose="020B0609020204030204" pitchFamily="49" charset="0"/>
              </a:rPr>
              <a:t>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26F8791-3832-B2C6-DC91-A2FE4FBC85ED}"/>
              </a:ext>
            </a:extLst>
          </p:cNvPr>
          <p:cNvSpPr/>
          <p:nvPr/>
        </p:nvSpPr>
        <p:spPr>
          <a:xfrm>
            <a:off x="2754687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73F5415-5071-A019-10F2-4A9623192D21}"/>
              </a:ext>
            </a:extLst>
          </p:cNvPr>
          <p:cNvSpPr/>
          <p:nvPr/>
        </p:nvSpPr>
        <p:spPr>
          <a:xfrm>
            <a:off x="3226588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C025EB9-05C3-618F-0FBF-858FA9FFB75C}"/>
              </a:ext>
            </a:extLst>
          </p:cNvPr>
          <p:cNvSpPr/>
          <p:nvPr/>
        </p:nvSpPr>
        <p:spPr>
          <a:xfrm>
            <a:off x="2754687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FD11AF-1CB8-96DA-6E33-C912C02E6C03}"/>
              </a:ext>
            </a:extLst>
          </p:cNvPr>
          <p:cNvSpPr/>
          <p:nvPr/>
        </p:nvSpPr>
        <p:spPr>
          <a:xfrm>
            <a:off x="3226588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068D1C-88E7-B36C-6EC0-73C913BEB868}"/>
              </a:ext>
            </a:extLst>
          </p:cNvPr>
          <p:cNvSpPr/>
          <p:nvPr/>
        </p:nvSpPr>
        <p:spPr>
          <a:xfrm>
            <a:off x="2808189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3F216ED-DF44-9FEE-D222-5F95010C9235}"/>
              </a:ext>
            </a:extLst>
          </p:cNvPr>
          <p:cNvSpPr/>
          <p:nvPr/>
        </p:nvSpPr>
        <p:spPr>
          <a:xfrm>
            <a:off x="3280090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948F84D-6377-F914-8876-7CDD058727C4}"/>
              </a:ext>
            </a:extLst>
          </p:cNvPr>
          <p:cNvSpPr/>
          <p:nvPr/>
        </p:nvSpPr>
        <p:spPr>
          <a:xfrm>
            <a:off x="2808189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BADD6DE-8975-1AE7-350A-D4E414F2D553}"/>
              </a:ext>
            </a:extLst>
          </p:cNvPr>
          <p:cNvSpPr/>
          <p:nvPr/>
        </p:nvSpPr>
        <p:spPr>
          <a:xfrm>
            <a:off x="3280090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CCA2F28-C9CA-F8B9-6A06-428468415266}"/>
              </a:ext>
            </a:extLst>
          </p:cNvPr>
          <p:cNvGrpSpPr/>
          <p:nvPr/>
        </p:nvGrpSpPr>
        <p:grpSpPr>
          <a:xfrm>
            <a:off x="744566" y="2455816"/>
            <a:ext cx="943802" cy="943802"/>
            <a:chOff x="3227651" y="2257874"/>
            <a:chExt cx="943802" cy="94380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620CBDF-8E85-336E-5977-8D66FAE08263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F2FA5C2-1D64-EEB8-E5B0-2CC0A0D42147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58DE5AC-EA20-8D53-37D4-12C98DC41DAC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CD491E1-2B5B-5C54-DE10-F7B945CC5150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405776-E4EE-7977-0FA9-8E5360AB2C60}"/>
              </a:ext>
            </a:extLst>
          </p:cNvPr>
          <p:cNvGrpSpPr/>
          <p:nvPr/>
        </p:nvGrpSpPr>
        <p:grpSpPr>
          <a:xfrm>
            <a:off x="754145" y="4188125"/>
            <a:ext cx="943802" cy="943802"/>
            <a:chOff x="3227651" y="2257874"/>
            <a:chExt cx="943802" cy="943802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6CE09B7-0294-9242-A203-D44022C2A1CC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B668A43-23C2-5281-EDA7-6E3BFD7E9FFE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4B05631-93E2-6FC0-E81E-4D5F4BB9AFDB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7A76D93-D6BB-4A39-CA09-2158C8A61D36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8BC368A-1B18-0BA8-DCD1-3531075A0606}"/>
              </a:ext>
            </a:extLst>
          </p:cNvPr>
          <p:cNvSpPr txBox="1"/>
          <p:nvPr/>
        </p:nvSpPr>
        <p:spPr>
          <a:xfrm>
            <a:off x="5659496" y="212228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(1,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89A6494-F90E-2DE1-C116-63DD3E86039F}"/>
              </a:ext>
            </a:extLst>
          </p:cNvPr>
          <p:cNvSpPr txBox="1"/>
          <p:nvPr/>
        </p:nvSpPr>
        <p:spPr>
          <a:xfrm>
            <a:off x="5691085" y="85603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12+24+36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25CBE0-BDF1-38E0-1161-8EA6B6C934C8}"/>
              </a:ext>
            </a:extLst>
          </p:cNvPr>
          <p:cNvSpPr/>
          <p:nvPr/>
        </p:nvSpPr>
        <p:spPr>
          <a:xfrm>
            <a:off x="3971057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53B307-A466-84DB-FAC2-7B3B8892ABE0}"/>
              </a:ext>
            </a:extLst>
          </p:cNvPr>
          <p:cNvSpPr/>
          <p:nvPr/>
        </p:nvSpPr>
        <p:spPr>
          <a:xfrm>
            <a:off x="4442958" y="263854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EEE3F4-47D6-45AC-ACE2-A66E7E7CF214}"/>
              </a:ext>
            </a:extLst>
          </p:cNvPr>
          <p:cNvSpPr/>
          <p:nvPr/>
        </p:nvSpPr>
        <p:spPr>
          <a:xfrm>
            <a:off x="3971057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AE4138-4E3C-58A2-582D-FC32A4224296}"/>
              </a:ext>
            </a:extLst>
          </p:cNvPr>
          <p:cNvSpPr/>
          <p:nvPr/>
        </p:nvSpPr>
        <p:spPr>
          <a:xfrm>
            <a:off x="4442958" y="311044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8E4BA4-2FBF-4525-C197-D72C16E88E9D}"/>
              </a:ext>
            </a:extLst>
          </p:cNvPr>
          <p:cNvSpPr/>
          <p:nvPr/>
        </p:nvSpPr>
        <p:spPr>
          <a:xfrm>
            <a:off x="3917555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DC3EBF-B4B9-4E69-9CC9-9EA2E25CA24C}"/>
              </a:ext>
            </a:extLst>
          </p:cNvPr>
          <p:cNvSpPr/>
          <p:nvPr/>
        </p:nvSpPr>
        <p:spPr>
          <a:xfrm>
            <a:off x="4389456" y="928702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19117D-3D71-5602-D0BA-0DAB4AA3BEC3}"/>
              </a:ext>
            </a:extLst>
          </p:cNvPr>
          <p:cNvSpPr/>
          <p:nvPr/>
        </p:nvSpPr>
        <p:spPr>
          <a:xfrm>
            <a:off x="3917555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F2B30E-D6D4-E251-5E32-2F4C5638FDE3}"/>
              </a:ext>
            </a:extLst>
          </p:cNvPr>
          <p:cNvSpPr/>
          <p:nvPr/>
        </p:nvSpPr>
        <p:spPr>
          <a:xfrm>
            <a:off x="4389456" y="1400603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368009-60D3-F9AB-1A03-CE28E0764B58}"/>
              </a:ext>
            </a:extLst>
          </p:cNvPr>
          <p:cNvSpPr/>
          <p:nvPr/>
        </p:nvSpPr>
        <p:spPr>
          <a:xfrm>
            <a:off x="3971057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4782EA-F6DE-2B09-B30C-A2B3369529FF}"/>
              </a:ext>
            </a:extLst>
          </p:cNvPr>
          <p:cNvSpPr/>
          <p:nvPr/>
        </p:nvSpPr>
        <p:spPr>
          <a:xfrm>
            <a:off x="4442958" y="4430787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1E9F7C-AACF-C1FE-4C7C-1C4B46A13677}"/>
              </a:ext>
            </a:extLst>
          </p:cNvPr>
          <p:cNvSpPr/>
          <p:nvPr/>
        </p:nvSpPr>
        <p:spPr>
          <a:xfrm>
            <a:off x="3971057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C71A24D-53BB-0379-BA21-844DDA2C94D3}"/>
              </a:ext>
            </a:extLst>
          </p:cNvPr>
          <p:cNvSpPr/>
          <p:nvPr/>
        </p:nvSpPr>
        <p:spPr>
          <a:xfrm>
            <a:off x="4442958" y="4902688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372FCBA-FB13-7842-203B-EFA41CB530F5}"/>
              </a:ext>
            </a:extLst>
          </p:cNvPr>
          <p:cNvSpPr/>
          <p:nvPr/>
        </p:nvSpPr>
        <p:spPr>
          <a:xfrm>
            <a:off x="6037655" y="3722936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DB0C7A1-1663-41E8-56E9-EA463FA924DB}"/>
              </a:ext>
            </a:extLst>
          </p:cNvPr>
          <p:cNvSpPr/>
          <p:nvPr/>
        </p:nvSpPr>
        <p:spPr>
          <a:xfrm>
            <a:off x="6509556" y="3722936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DC7ACB4-742C-EC51-BF27-03DA8CF25396}"/>
              </a:ext>
            </a:extLst>
          </p:cNvPr>
          <p:cNvSpPr/>
          <p:nvPr/>
        </p:nvSpPr>
        <p:spPr>
          <a:xfrm>
            <a:off x="6037655" y="4194837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15FB43E-B3A2-0C5F-B7E9-40926753BD18}"/>
              </a:ext>
            </a:extLst>
          </p:cNvPr>
          <p:cNvSpPr/>
          <p:nvPr/>
        </p:nvSpPr>
        <p:spPr>
          <a:xfrm>
            <a:off x="6509556" y="4194837"/>
            <a:ext cx="471901" cy="47190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01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F99A212-D8C5-0FF7-4E8E-A5CD18F769AF}"/>
              </a:ext>
            </a:extLst>
          </p:cNvPr>
          <p:cNvCxnSpPr>
            <a:cxnSpLocks/>
          </p:cNvCxnSpPr>
          <p:nvPr/>
        </p:nvCxnSpPr>
        <p:spPr>
          <a:xfrm flipV="1">
            <a:off x="1943857" y="224058"/>
            <a:ext cx="0" cy="3857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D9C5782-F83F-EECA-02E5-DE2823C50DCD}"/>
              </a:ext>
            </a:extLst>
          </p:cNvPr>
          <p:cNvCxnSpPr>
            <a:cxnSpLocks/>
          </p:cNvCxnSpPr>
          <p:nvPr/>
        </p:nvCxnSpPr>
        <p:spPr>
          <a:xfrm>
            <a:off x="72668" y="2519142"/>
            <a:ext cx="4626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2EB50C1-43EC-50A0-E378-6C4BCBE6A423}"/>
              </a:ext>
            </a:extLst>
          </p:cNvPr>
          <p:cNvCxnSpPr/>
          <p:nvPr/>
        </p:nvCxnSpPr>
        <p:spPr>
          <a:xfrm>
            <a:off x="278559" y="2519142"/>
            <a:ext cx="1665298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886AAC-163B-6B46-6805-BDDF806C35EA}"/>
              </a:ext>
            </a:extLst>
          </p:cNvPr>
          <p:cNvCxnSpPr>
            <a:cxnSpLocks/>
          </p:cNvCxnSpPr>
          <p:nvPr/>
        </p:nvCxnSpPr>
        <p:spPr>
          <a:xfrm flipV="1">
            <a:off x="1943857" y="787232"/>
            <a:ext cx="1865134" cy="173191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7EAC9E-B7C6-C7C9-E71B-B7BA3E07A864}"/>
              </a:ext>
            </a:extLst>
          </p:cNvPr>
          <p:cNvSpPr txBox="1"/>
          <p:nvPr/>
        </p:nvSpPr>
        <p:spPr>
          <a:xfrm>
            <a:off x="5789181" y="545007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f(x) = max(0,x)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606C2-1929-FC4F-E49E-22808E6FB48E}"/>
              </a:ext>
            </a:extLst>
          </p:cNvPr>
          <p:cNvSpPr txBox="1"/>
          <p:nvPr/>
        </p:nvSpPr>
        <p:spPr>
          <a:xfrm>
            <a:off x="6249408" y="1023401"/>
            <a:ext cx="23006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 = -1;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11111111 =&gt; 255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FA59E-4AE9-91D9-DEFC-CE5CB7D1B2D2}"/>
              </a:ext>
            </a:extLst>
          </p:cNvPr>
          <p:cNvSpPr txBox="1"/>
          <p:nvPr/>
        </p:nvSpPr>
        <p:spPr>
          <a:xfrm>
            <a:off x="4620444" y="2878422"/>
            <a:ext cx="651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[1,-2,3,-4,5] =&gt; [1,0,3,0,5]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59E2F377-2721-92D4-5064-A6F751961151}"/>
              </a:ext>
            </a:extLst>
          </p:cNvPr>
          <p:cNvSpPr/>
          <p:nvPr/>
        </p:nvSpPr>
        <p:spPr>
          <a:xfrm flipH="1">
            <a:off x="4523555" y="1301960"/>
            <a:ext cx="1065791" cy="584775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0D109-EAE0-33B5-95FD-69D4A427A425}"/>
              </a:ext>
            </a:extLst>
          </p:cNvPr>
          <p:cNvSpPr txBox="1"/>
          <p:nvPr/>
        </p:nvSpPr>
        <p:spPr>
          <a:xfrm>
            <a:off x="4620444" y="4409091"/>
            <a:ext cx="69653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dout[mask] = 0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[3,0,-5,0,-7] &lt;= [3,4,-5,6,-7]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A24094-ECCB-DEC8-5BD3-CF7154C1708E}"/>
              </a:ext>
            </a:extLst>
          </p:cNvPr>
          <p:cNvSpPr txBox="1"/>
          <p:nvPr/>
        </p:nvSpPr>
        <p:spPr>
          <a:xfrm>
            <a:off x="4620444" y="2114007"/>
            <a:ext cx="3801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[0,1,0,1,0] mask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42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BF04808-2D6C-8E4C-57CE-FB49679D819B}"/>
              </a:ext>
            </a:extLst>
          </p:cNvPr>
          <p:cNvSpPr/>
          <p:nvPr/>
        </p:nvSpPr>
        <p:spPr>
          <a:xfrm>
            <a:off x="1828800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F9C5F1-0BFA-1E8A-9F89-8222348FFC7A}"/>
              </a:ext>
            </a:extLst>
          </p:cNvPr>
          <p:cNvSpPr/>
          <p:nvPr/>
        </p:nvSpPr>
        <p:spPr>
          <a:xfrm>
            <a:off x="2452529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03959C-A9B0-784F-A996-B94A0C5893C8}"/>
              </a:ext>
            </a:extLst>
          </p:cNvPr>
          <p:cNvSpPr/>
          <p:nvPr/>
        </p:nvSpPr>
        <p:spPr>
          <a:xfrm>
            <a:off x="3076258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0513C0-D7BF-4149-7070-47A9293C4731}"/>
              </a:ext>
            </a:extLst>
          </p:cNvPr>
          <p:cNvSpPr/>
          <p:nvPr/>
        </p:nvSpPr>
        <p:spPr>
          <a:xfrm>
            <a:off x="3699987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0A369-CB7B-1389-AC90-59305E1D9E58}"/>
              </a:ext>
            </a:extLst>
          </p:cNvPr>
          <p:cNvSpPr txBox="1"/>
          <p:nvPr/>
        </p:nvSpPr>
        <p:spPr>
          <a:xfrm>
            <a:off x="2452529" y="8477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1B01B-17D8-E67C-279C-E52609D19202}"/>
              </a:ext>
            </a:extLst>
          </p:cNvPr>
          <p:cNvSpPr txBox="1"/>
          <p:nvPr/>
        </p:nvSpPr>
        <p:spPr>
          <a:xfrm>
            <a:off x="4765779" y="8477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FC80F4-CF15-CF86-9E5B-B76EA79F2FF8}"/>
              </a:ext>
            </a:extLst>
          </p:cNvPr>
          <p:cNvSpPr/>
          <p:nvPr/>
        </p:nvSpPr>
        <p:spPr>
          <a:xfrm>
            <a:off x="5528790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04AAE-4401-1AEE-C0A8-E039CFB260D9}"/>
              </a:ext>
            </a:extLst>
          </p:cNvPr>
          <p:cNvSpPr/>
          <p:nvPr/>
        </p:nvSpPr>
        <p:spPr>
          <a:xfrm>
            <a:off x="6152519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A7339E-65A7-7BCD-32D0-4C7889C198A6}"/>
              </a:ext>
            </a:extLst>
          </p:cNvPr>
          <p:cNvSpPr/>
          <p:nvPr/>
        </p:nvSpPr>
        <p:spPr>
          <a:xfrm>
            <a:off x="6776248" y="660064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C40A05-31EB-CB6D-7979-7D54277C690A}"/>
              </a:ext>
            </a:extLst>
          </p:cNvPr>
          <p:cNvSpPr/>
          <p:nvPr/>
        </p:nvSpPr>
        <p:spPr>
          <a:xfrm>
            <a:off x="5528790" y="1283793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398C6F-A802-1C1B-DBDF-D40A83ACFACC}"/>
              </a:ext>
            </a:extLst>
          </p:cNvPr>
          <p:cNvSpPr/>
          <p:nvPr/>
        </p:nvSpPr>
        <p:spPr>
          <a:xfrm>
            <a:off x="6152519" y="1283793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DFD67F-C93A-337A-E9FB-A553199AFBC6}"/>
              </a:ext>
            </a:extLst>
          </p:cNvPr>
          <p:cNvSpPr/>
          <p:nvPr/>
        </p:nvSpPr>
        <p:spPr>
          <a:xfrm>
            <a:off x="6776248" y="1283793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06E8BA-9D3E-F356-071A-18BD3971890E}"/>
              </a:ext>
            </a:extLst>
          </p:cNvPr>
          <p:cNvSpPr/>
          <p:nvPr/>
        </p:nvSpPr>
        <p:spPr>
          <a:xfrm>
            <a:off x="5528790" y="1907522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C638505-B001-A4B4-CB8E-5F00DCC37CBF}"/>
              </a:ext>
            </a:extLst>
          </p:cNvPr>
          <p:cNvSpPr/>
          <p:nvPr/>
        </p:nvSpPr>
        <p:spPr>
          <a:xfrm>
            <a:off x="6152519" y="1907522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81D0A6-E974-3EAA-5FCA-6767ADD44406}"/>
              </a:ext>
            </a:extLst>
          </p:cNvPr>
          <p:cNvSpPr/>
          <p:nvPr/>
        </p:nvSpPr>
        <p:spPr>
          <a:xfrm>
            <a:off x="6776248" y="1907522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9A8002-7A28-7221-0818-589802FE0269}"/>
              </a:ext>
            </a:extLst>
          </p:cNvPr>
          <p:cNvSpPr/>
          <p:nvPr/>
        </p:nvSpPr>
        <p:spPr>
          <a:xfrm>
            <a:off x="5528790" y="2531251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B07E3F-EC1F-B03E-7F17-7F45AFAB68B4}"/>
              </a:ext>
            </a:extLst>
          </p:cNvPr>
          <p:cNvSpPr/>
          <p:nvPr/>
        </p:nvSpPr>
        <p:spPr>
          <a:xfrm>
            <a:off x="6152519" y="2531251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05E8A7-1130-A438-A956-EF99D77C50CE}"/>
              </a:ext>
            </a:extLst>
          </p:cNvPr>
          <p:cNvSpPr/>
          <p:nvPr/>
        </p:nvSpPr>
        <p:spPr>
          <a:xfrm>
            <a:off x="6776248" y="2531251"/>
            <a:ext cx="623729" cy="6237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82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2B5658-8FBB-BE96-B84F-52C6F0F85959}"/>
              </a:ext>
            </a:extLst>
          </p:cNvPr>
          <p:cNvSpPr txBox="1"/>
          <p:nvPr/>
        </p:nvSpPr>
        <p:spPr>
          <a:xfrm>
            <a:off x="835677" y="102946"/>
            <a:ext cx="9777035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def forward(self, x):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FN, C, FH, FW = self.W.shape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N, C, H, W = x.shape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out_h = 1 + int((H + 2*self.pad - FH) / self.stride)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out_w = 1 + int((W + 2*self.pad - FW) / self.stride)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    col = im2col(x, FH, FW, self.stride, self.pad)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col_W = self.W.reshape(FN, -1).T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    out = np.dot(col, col_W) + self.b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out = out.reshape(N, out_h, out_w, -1).transpose(0, 3, 1, 2)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    self.x = 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self.col = col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self.col_W = col_W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    return 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934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562D1E-C9A8-F931-0CAB-ADE253CCE290}"/>
              </a:ext>
            </a:extLst>
          </p:cNvPr>
          <p:cNvSpPr txBox="1"/>
          <p:nvPr/>
        </p:nvSpPr>
        <p:spPr>
          <a:xfrm>
            <a:off x="496561" y="726677"/>
            <a:ext cx="1207894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def backward(self, dout):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FN, C, FH, FW = self.W.shape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dout = dout.transpose(0,2,3,1).reshape(-1, FN)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    self.db = np.sum(dout, axis=0)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self.dW = np.dot(self.col.T, dout)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self.dW = self.dW.transpose(1, 0).reshape(FN, C, FH, FW)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    dcol = np.dot(dout, self.col_W.T)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dx = col2im(dcol, self.x.shape, FH, FW, self.stride, self.pad)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    return dx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3933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2B5658-8FBB-BE96-B84F-52C6F0F85959}"/>
              </a:ext>
            </a:extLst>
          </p:cNvPr>
          <p:cNvSpPr txBox="1"/>
          <p:nvPr/>
        </p:nvSpPr>
        <p:spPr>
          <a:xfrm>
            <a:off x="835677" y="102946"/>
            <a:ext cx="1377813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def im2col(input_data, filter_h, filter_w, stride=1, pad=0):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N, C, H, W = input_data.shape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out_h = (H + 2*pad - filter_h)//stride + 1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out_w = (W + 2*pad - filter_w)//stride + 1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img = np.pad(input_data, [(0,0), (0,0), (pad, pad), (pad, pad)], 'constant')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col = np.zeros((N, C, filter_h, filter_w, out_h, out_w))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for y in range(filter_h):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y_max = y + stride*out_h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for x in range(filter_w):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    x_max = x + stride*out_w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        col[:, :, y, x, :, :] = img[:, :, y:y_max:stride, x:x_max:stride]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col = col.transpose(0, 4, 5, 1, 2, 3).reshape(N*out_h*out_w, -1)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return col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067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562D1E-C9A8-F931-0CAB-ADE253CCE290}"/>
              </a:ext>
            </a:extLst>
          </p:cNvPr>
          <p:cNvSpPr txBox="1"/>
          <p:nvPr/>
        </p:nvSpPr>
        <p:spPr>
          <a:xfrm>
            <a:off x="478026" y="127374"/>
            <a:ext cx="1273938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def col2im(col, input_shape, filter_h, filter_w, stride=1, pad=0):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N, C, H, W = input_shape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out_h = (H + 2*pad - filter_h)//stride + 1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out_w = (W + 2*pad - filter_w)//stride + 1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col = col.reshape(N, out_h, out_w, C, filter_h, filter_w).transpose(0, 3, 4, 5, 1, 2)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img = np.zeros((N, C, H + 2*pad + stride - 1, W + 2*pad + stride - 1))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for y in range(filter_h):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y_max = y + stride*out_h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for x in range(filter_w):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x_max = x + stride*out_w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img[:, :, y:y_max:stride, x:x_max:stride] 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2000">
                <a:latin typeface="Consolas" panose="020B0609020204030204" pitchFamily="49" charset="0"/>
              </a:rPr>
              <a:t>= col[:, :, y, x, :, :]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return img[:, :, pad:H + pad, pad:W + pad]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3938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B11A5F-997F-FE11-B9D3-82BC9070EF1F}"/>
              </a:ext>
            </a:extLst>
          </p:cNvPr>
          <p:cNvSpPr txBox="1"/>
          <p:nvPr/>
        </p:nvSpPr>
        <p:spPr>
          <a:xfrm>
            <a:off x="3088371" y="26644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175DD-4FEE-3862-CB7E-0DA84C705B50}"/>
              </a:ext>
            </a:extLst>
          </p:cNvPr>
          <p:cNvSpPr txBox="1"/>
          <p:nvPr/>
        </p:nvSpPr>
        <p:spPr>
          <a:xfrm>
            <a:off x="2834035" y="89623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EF91C-6D19-7C70-E5CD-C67069A0C6FE}"/>
              </a:ext>
            </a:extLst>
          </p:cNvPr>
          <p:cNvSpPr txBox="1"/>
          <p:nvPr/>
        </p:nvSpPr>
        <p:spPr>
          <a:xfrm>
            <a:off x="5807348" y="26644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B1BEC-2BF5-0778-2B3D-43363AF601A7}"/>
              </a:ext>
            </a:extLst>
          </p:cNvPr>
          <p:cNvSpPr txBox="1"/>
          <p:nvPr/>
        </p:nvSpPr>
        <p:spPr>
          <a:xfrm>
            <a:off x="5553012" y="89623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CB0E4-3724-2D43-B52D-C80B23E9E5B3}"/>
              </a:ext>
            </a:extLst>
          </p:cNvPr>
          <p:cNvSpPr/>
          <p:nvPr/>
        </p:nvSpPr>
        <p:spPr>
          <a:xfrm>
            <a:off x="2476752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1C15B-207F-D65E-D594-7F48CE6E230B}"/>
              </a:ext>
            </a:extLst>
          </p:cNvPr>
          <p:cNvSpPr/>
          <p:nvPr/>
        </p:nvSpPr>
        <p:spPr>
          <a:xfrm>
            <a:off x="3052037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DA4C77-04E5-9816-28B2-829983E9FB88}"/>
              </a:ext>
            </a:extLst>
          </p:cNvPr>
          <p:cNvSpPr/>
          <p:nvPr/>
        </p:nvSpPr>
        <p:spPr>
          <a:xfrm>
            <a:off x="3627322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09BDEE-17A9-7995-8592-AA0193B743BE}"/>
              </a:ext>
            </a:extLst>
          </p:cNvPr>
          <p:cNvSpPr/>
          <p:nvPr/>
        </p:nvSpPr>
        <p:spPr>
          <a:xfrm>
            <a:off x="4202607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C8927D-4EE6-DF59-17B3-D7D805C5F152}"/>
              </a:ext>
            </a:extLst>
          </p:cNvPr>
          <p:cNvSpPr/>
          <p:nvPr/>
        </p:nvSpPr>
        <p:spPr>
          <a:xfrm>
            <a:off x="2476752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4143F5-5DAC-FF72-26F7-81A22FBC5C64}"/>
              </a:ext>
            </a:extLst>
          </p:cNvPr>
          <p:cNvSpPr/>
          <p:nvPr/>
        </p:nvSpPr>
        <p:spPr>
          <a:xfrm>
            <a:off x="3052037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E9338B5-532F-41FE-4745-0EBD5CB84E25}"/>
              </a:ext>
            </a:extLst>
          </p:cNvPr>
          <p:cNvSpPr/>
          <p:nvPr/>
        </p:nvSpPr>
        <p:spPr>
          <a:xfrm>
            <a:off x="3627322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9E1788-8B48-7BAF-8B22-8B9DB2997342}"/>
              </a:ext>
            </a:extLst>
          </p:cNvPr>
          <p:cNvSpPr/>
          <p:nvPr/>
        </p:nvSpPr>
        <p:spPr>
          <a:xfrm>
            <a:off x="4202607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3CC86E-162B-89C2-F943-BA6011BF1093}"/>
              </a:ext>
            </a:extLst>
          </p:cNvPr>
          <p:cNvSpPr/>
          <p:nvPr/>
        </p:nvSpPr>
        <p:spPr>
          <a:xfrm>
            <a:off x="2476752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8BF7E78-A4B2-4641-87DA-BA08487CD3D0}"/>
              </a:ext>
            </a:extLst>
          </p:cNvPr>
          <p:cNvSpPr/>
          <p:nvPr/>
        </p:nvSpPr>
        <p:spPr>
          <a:xfrm>
            <a:off x="3052037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C38424E-FA57-D215-66DD-B1FAEA46A190}"/>
              </a:ext>
            </a:extLst>
          </p:cNvPr>
          <p:cNvSpPr/>
          <p:nvPr/>
        </p:nvSpPr>
        <p:spPr>
          <a:xfrm>
            <a:off x="3627322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564DF4-3EDC-3832-5323-8B9922E43A26}"/>
              </a:ext>
            </a:extLst>
          </p:cNvPr>
          <p:cNvSpPr/>
          <p:nvPr/>
        </p:nvSpPr>
        <p:spPr>
          <a:xfrm>
            <a:off x="4202607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527995-86CC-652D-2732-3C6EF9BFD17B}"/>
              </a:ext>
            </a:extLst>
          </p:cNvPr>
          <p:cNvSpPr/>
          <p:nvPr/>
        </p:nvSpPr>
        <p:spPr>
          <a:xfrm>
            <a:off x="5520715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C44410C-C957-15F1-DEC1-54E1D30C4838}"/>
              </a:ext>
            </a:extLst>
          </p:cNvPr>
          <p:cNvSpPr/>
          <p:nvPr/>
        </p:nvSpPr>
        <p:spPr>
          <a:xfrm>
            <a:off x="6096000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024B13-C83A-6E18-80C6-845129D56BED}"/>
              </a:ext>
            </a:extLst>
          </p:cNvPr>
          <p:cNvSpPr/>
          <p:nvPr/>
        </p:nvSpPr>
        <p:spPr>
          <a:xfrm>
            <a:off x="5520715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6CA6914-DB10-B365-F6AC-6C13AA783AA9}"/>
              </a:ext>
            </a:extLst>
          </p:cNvPr>
          <p:cNvSpPr/>
          <p:nvPr/>
        </p:nvSpPr>
        <p:spPr>
          <a:xfrm>
            <a:off x="6096000" y="232536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147563-3D39-70A5-2A76-23ADC1120DD1}"/>
              </a:ext>
            </a:extLst>
          </p:cNvPr>
          <p:cNvSpPr/>
          <p:nvPr/>
        </p:nvSpPr>
        <p:spPr>
          <a:xfrm>
            <a:off x="5520715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2487F0D-6F6E-FBCE-EEBC-199C3273330F}"/>
              </a:ext>
            </a:extLst>
          </p:cNvPr>
          <p:cNvSpPr/>
          <p:nvPr/>
        </p:nvSpPr>
        <p:spPr>
          <a:xfrm>
            <a:off x="6096000" y="290064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F3A1D7-7E36-4F31-B6E7-DBDFCD1266B5}"/>
              </a:ext>
            </a:extLst>
          </p:cNvPr>
          <p:cNvSpPr/>
          <p:nvPr/>
        </p:nvSpPr>
        <p:spPr>
          <a:xfrm>
            <a:off x="5520715" y="347593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DB69FA-95C2-8ABF-7D44-84023C026106}"/>
              </a:ext>
            </a:extLst>
          </p:cNvPr>
          <p:cNvSpPr/>
          <p:nvPr/>
        </p:nvSpPr>
        <p:spPr>
          <a:xfrm>
            <a:off x="6096000" y="3475932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A58242-D510-7C66-81CC-E6A6ECE4AA21}"/>
              </a:ext>
            </a:extLst>
          </p:cNvPr>
          <p:cNvSpPr/>
          <p:nvPr/>
        </p:nvSpPr>
        <p:spPr>
          <a:xfrm>
            <a:off x="9900953" y="170314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C9F29C0-D4F5-6CF7-D77D-274000F85A97}"/>
              </a:ext>
            </a:extLst>
          </p:cNvPr>
          <p:cNvSpPr/>
          <p:nvPr/>
        </p:nvSpPr>
        <p:spPr>
          <a:xfrm>
            <a:off x="10476238" y="170314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C5DC15-EBAE-16D3-77FA-39CC5EA27C9F}"/>
              </a:ext>
            </a:extLst>
          </p:cNvPr>
          <p:cNvSpPr/>
          <p:nvPr/>
        </p:nvSpPr>
        <p:spPr>
          <a:xfrm>
            <a:off x="9900953" y="227843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0A2F48-B79A-1957-AF2D-2A0958570917}"/>
              </a:ext>
            </a:extLst>
          </p:cNvPr>
          <p:cNvSpPr/>
          <p:nvPr/>
        </p:nvSpPr>
        <p:spPr>
          <a:xfrm>
            <a:off x="10476238" y="227843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F6BB27-D4EE-625E-89A4-7100FF9D5589}"/>
              </a:ext>
            </a:extLst>
          </p:cNvPr>
          <p:cNvSpPr/>
          <p:nvPr/>
        </p:nvSpPr>
        <p:spPr>
          <a:xfrm>
            <a:off x="9900953" y="285371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948D463-6E0D-DABA-BB80-887A23728CE1}"/>
              </a:ext>
            </a:extLst>
          </p:cNvPr>
          <p:cNvSpPr/>
          <p:nvPr/>
        </p:nvSpPr>
        <p:spPr>
          <a:xfrm>
            <a:off x="10476238" y="285371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2826E1-DB23-A4EB-B7A1-82D7C80608EF}"/>
              </a:ext>
            </a:extLst>
          </p:cNvPr>
          <p:cNvSpPr txBox="1"/>
          <p:nvPr/>
        </p:nvSpPr>
        <p:spPr>
          <a:xfrm>
            <a:off x="10156021" y="29218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F541E67-25C0-CA5E-E396-66FC8B8923AD}"/>
              </a:ext>
            </a:extLst>
          </p:cNvPr>
          <p:cNvSpPr/>
          <p:nvPr/>
        </p:nvSpPr>
        <p:spPr>
          <a:xfrm>
            <a:off x="7569535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51588BB-5DE9-27DC-13F1-E2AF48B4BBF4}"/>
              </a:ext>
            </a:extLst>
          </p:cNvPr>
          <p:cNvSpPr/>
          <p:nvPr/>
        </p:nvSpPr>
        <p:spPr>
          <a:xfrm>
            <a:off x="8144820" y="1750077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D99950-4F69-275D-3CC0-D48167352455}"/>
              </a:ext>
            </a:extLst>
          </p:cNvPr>
          <p:cNvSpPr txBox="1"/>
          <p:nvPr/>
        </p:nvSpPr>
        <p:spPr>
          <a:xfrm>
            <a:off x="7861958" y="29218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b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7F5982-9131-A14B-93A8-418F78740010}"/>
              </a:ext>
            </a:extLst>
          </p:cNvPr>
          <p:cNvSpPr txBox="1"/>
          <p:nvPr/>
        </p:nvSpPr>
        <p:spPr>
          <a:xfrm>
            <a:off x="7542475" y="89623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3924D7-43DA-DD98-CC40-9B8F25C7782F}"/>
              </a:ext>
            </a:extLst>
          </p:cNvPr>
          <p:cNvSpPr txBox="1"/>
          <p:nvPr/>
        </p:nvSpPr>
        <p:spPr>
          <a:xfrm>
            <a:off x="-65603" y="404623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100B0E6-050C-8D56-E473-7510DB7A1F56}"/>
              </a:ext>
            </a:extLst>
          </p:cNvPr>
          <p:cNvSpPr/>
          <p:nvPr/>
        </p:nvSpPr>
        <p:spPr>
          <a:xfrm>
            <a:off x="-316167" y="449025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7DD00B7-3AC8-C661-FF74-B61AB974433F}"/>
              </a:ext>
            </a:extLst>
          </p:cNvPr>
          <p:cNvSpPr/>
          <p:nvPr/>
        </p:nvSpPr>
        <p:spPr>
          <a:xfrm>
            <a:off x="259118" y="449025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0FD0962-43FF-28F0-8804-3C2F9682B38F}"/>
              </a:ext>
            </a:extLst>
          </p:cNvPr>
          <p:cNvSpPr/>
          <p:nvPr/>
        </p:nvSpPr>
        <p:spPr>
          <a:xfrm>
            <a:off x="-316167" y="506553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050D1B1-820C-4F45-2B2A-8E818FAB6326}"/>
              </a:ext>
            </a:extLst>
          </p:cNvPr>
          <p:cNvSpPr/>
          <p:nvPr/>
        </p:nvSpPr>
        <p:spPr>
          <a:xfrm>
            <a:off x="259118" y="506553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4F78B41-7030-32A8-1909-A9385EFF4ADA}"/>
              </a:ext>
            </a:extLst>
          </p:cNvPr>
          <p:cNvSpPr/>
          <p:nvPr/>
        </p:nvSpPr>
        <p:spPr>
          <a:xfrm>
            <a:off x="-316167" y="564082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B3EF022-65BF-526E-D475-36AA8BD40E5B}"/>
              </a:ext>
            </a:extLst>
          </p:cNvPr>
          <p:cNvSpPr/>
          <p:nvPr/>
        </p:nvSpPr>
        <p:spPr>
          <a:xfrm>
            <a:off x="259118" y="564082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3E04248-C194-D305-5880-3EA8ECFE1AE9}"/>
              </a:ext>
            </a:extLst>
          </p:cNvPr>
          <p:cNvSpPr/>
          <p:nvPr/>
        </p:nvSpPr>
        <p:spPr>
          <a:xfrm>
            <a:off x="1450800" y="5070076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D56FE1C-F473-76AC-30B5-3288E74416DF}"/>
              </a:ext>
            </a:extLst>
          </p:cNvPr>
          <p:cNvSpPr/>
          <p:nvPr/>
        </p:nvSpPr>
        <p:spPr>
          <a:xfrm>
            <a:off x="2026085" y="5070076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F95A43-868A-615F-EFAC-A8AE41577267}"/>
              </a:ext>
            </a:extLst>
          </p:cNvPr>
          <p:cNvSpPr txBox="1"/>
          <p:nvPr/>
        </p:nvSpPr>
        <p:spPr>
          <a:xfrm>
            <a:off x="952166" y="50655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35BEB5-C53F-C2AE-B4E8-9372307C6634}"/>
              </a:ext>
            </a:extLst>
          </p:cNvPr>
          <p:cNvSpPr txBox="1"/>
          <p:nvPr/>
        </p:nvSpPr>
        <p:spPr>
          <a:xfrm>
            <a:off x="1574177" y="404623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15FD89-BF6D-8C84-69C3-297AB554653D}"/>
              </a:ext>
            </a:extLst>
          </p:cNvPr>
          <p:cNvSpPr txBox="1"/>
          <p:nvPr/>
        </p:nvSpPr>
        <p:spPr>
          <a:xfrm>
            <a:off x="3664665" y="408862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1BC4CC2-3D72-5B03-0904-5618A3DDA080}"/>
              </a:ext>
            </a:extLst>
          </p:cNvPr>
          <p:cNvSpPr/>
          <p:nvPr/>
        </p:nvSpPr>
        <p:spPr>
          <a:xfrm>
            <a:off x="3414101" y="453263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5C8ACE8-504B-20D5-B199-32A081707127}"/>
              </a:ext>
            </a:extLst>
          </p:cNvPr>
          <p:cNvSpPr/>
          <p:nvPr/>
        </p:nvSpPr>
        <p:spPr>
          <a:xfrm>
            <a:off x="3989386" y="453263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A5EAFF-29B1-A307-8BBF-ED569723616E}"/>
              </a:ext>
            </a:extLst>
          </p:cNvPr>
          <p:cNvSpPr/>
          <p:nvPr/>
        </p:nvSpPr>
        <p:spPr>
          <a:xfrm>
            <a:off x="3414101" y="5107924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4780C05-F680-37F6-4500-668AE4051C4A}"/>
              </a:ext>
            </a:extLst>
          </p:cNvPr>
          <p:cNvSpPr/>
          <p:nvPr/>
        </p:nvSpPr>
        <p:spPr>
          <a:xfrm>
            <a:off x="3989386" y="5107924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F945084-0666-D4C7-17A1-12CF747F60AA}"/>
              </a:ext>
            </a:extLst>
          </p:cNvPr>
          <p:cNvSpPr/>
          <p:nvPr/>
        </p:nvSpPr>
        <p:spPr>
          <a:xfrm>
            <a:off x="3414101" y="568320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E7C666C-A08D-A52B-E5C4-893D75089353}"/>
              </a:ext>
            </a:extLst>
          </p:cNvPr>
          <p:cNvSpPr/>
          <p:nvPr/>
        </p:nvSpPr>
        <p:spPr>
          <a:xfrm>
            <a:off x="3989386" y="568320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7469A5-6588-3D6C-2262-F7C2F9CBC255}"/>
              </a:ext>
            </a:extLst>
          </p:cNvPr>
          <p:cNvSpPr/>
          <p:nvPr/>
        </p:nvSpPr>
        <p:spPr>
          <a:xfrm>
            <a:off x="5181068" y="453263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3F5785-DE14-BB11-DBB6-A6613B3B7413}"/>
              </a:ext>
            </a:extLst>
          </p:cNvPr>
          <p:cNvSpPr/>
          <p:nvPr/>
        </p:nvSpPr>
        <p:spPr>
          <a:xfrm>
            <a:off x="5756353" y="453263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19A87D-C341-539E-D2BA-DAF9F1DCA319}"/>
              </a:ext>
            </a:extLst>
          </p:cNvPr>
          <p:cNvSpPr txBox="1"/>
          <p:nvPr/>
        </p:nvSpPr>
        <p:spPr>
          <a:xfrm>
            <a:off x="4682434" y="510792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AEA059-1359-E615-E047-9F55B91C5F5D}"/>
              </a:ext>
            </a:extLst>
          </p:cNvPr>
          <p:cNvSpPr txBox="1"/>
          <p:nvPr/>
        </p:nvSpPr>
        <p:spPr>
          <a:xfrm>
            <a:off x="5304445" y="408862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E96E713-F448-F121-8022-7DEE1E47CA4D}"/>
              </a:ext>
            </a:extLst>
          </p:cNvPr>
          <p:cNvSpPr/>
          <p:nvPr/>
        </p:nvSpPr>
        <p:spPr>
          <a:xfrm>
            <a:off x="5181068" y="5107924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E10DAE-BEAA-587B-7583-CDD4B6071887}"/>
              </a:ext>
            </a:extLst>
          </p:cNvPr>
          <p:cNvSpPr/>
          <p:nvPr/>
        </p:nvSpPr>
        <p:spPr>
          <a:xfrm>
            <a:off x="5756353" y="5107924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401D067-36D3-B101-4F55-23FC6A745FA1}"/>
              </a:ext>
            </a:extLst>
          </p:cNvPr>
          <p:cNvSpPr/>
          <p:nvPr/>
        </p:nvSpPr>
        <p:spPr>
          <a:xfrm>
            <a:off x="5181068" y="568320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F027C5D-3E90-87E2-5168-167267B37D84}"/>
              </a:ext>
            </a:extLst>
          </p:cNvPr>
          <p:cNvSpPr/>
          <p:nvPr/>
        </p:nvSpPr>
        <p:spPr>
          <a:xfrm>
            <a:off x="5756353" y="5683209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E7900AA-FB06-2620-B51A-A257FF6DC294}"/>
              </a:ext>
            </a:extLst>
          </p:cNvPr>
          <p:cNvSpPr/>
          <p:nvPr/>
        </p:nvSpPr>
        <p:spPr>
          <a:xfrm>
            <a:off x="7037118" y="506553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4112615-B6D5-4DF6-38AA-7D762D26942E}"/>
              </a:ext>
            </a:extLst>
          </p:cNvPr>
          <p:cNvSpPr/>
          <p:nvPr/>
        </p:nvSpPr>
        <p:spPr>
          <a:xfrm>
            <a:off x="7612403" y="506553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49A9228-A883-E00A-9FF6-5D5F52C12E50}"/>
              </a:ext>
            </a:extLst>
          </p:cNvPr>
          <p:cNvSpPr/>
          <p:nvPr/>
        </p:nvSpPr>
        <p:spPr>
          <a:xfrm>
            <a:off x="8762973" y="457957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FDB7A68-3841-7A16-BF31-333897386EFA}"/>
              </a:ext>
            </a:extLst>
          </p:cNvPr>
          <p:cNvSpPr/>
          <p:nvPr/>
        </p:nvSpPr>
        <p:spPr>
          <a:xfrm>
            <a:off x="9338258" y="457957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60AA6A6-B98B-18FC-F664-3AA7DBE1F9CB}"/>
              </a:ext>
            </a:extLst>
          </p:cNvPr>
          <p:cNvSpPr/>
          <p:nvPr/>
        </p:nvSpPr>
        <p:spPr>
          <a:xfrm>
            <a:off x="8762973" y="515485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63B9467-EDC5-8327-8B1F-FC0B170A005A}"/>
              </a:ext>
            </a:extLst>
          </p:cNvPr>
          <p:cNvSpPr/>
          <p:nvPr/>
        </p:nvSpPr>
        <p:spPr>
          <a:xfrm>
            <a:off x="9338258" y="515485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E8FD259-6FCE-8AF0-C064-4BA861A24A87}"/>
              </a:ext>
            </a:extLst>
          </p:cNvPr>
          <p:cNvSpPr/>
          <p:nvPr/>
        </p:nvSpPr>
        <p:spPr>
          <a:xfrm>
            <a:off x="8762973" y="573014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79CDD8F-4663-C68B-9344-A99BCF70753F}"/>
              </a:ext>
            </a:extLst>
          </p:cNvPr>
          <p:cNvSpPr/>
          <p:nvPr/>
        </p:nvSpPr>
        <p:spPr>
          <a:xfrm>
            <a:off x="9338258" y="5730140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23195822-7C01-F9B6-9A89-F12B1A16561A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 flipV="1">
            <a:off x="8187688" y="4867213"/>
            <a:ext cx="575285" cy="485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59DFDF0-A663-1089-8133-F797A9458352}"/>
              </a:ext>
            </a:extLst>
          </p:cNvPr>
          <p:cNvCxnSpPr>
            <a:cxnSpLocks/>
            <a:stCxn id="77" idx="3"/>
            <a:endCxn id="80" idx="1"/>
          </p:cNvCxnSpPr>
          <p:nvPr/>
        </p:nvCxnSpPr>
        <p:spPr>
          <a:xfrm>
            <a:off x="8187688" y="5353178"/>
            <a:ext cx="575285" cy="89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A2CAA684-F47C-F41B-824F-33304603275D}"/>
              </a:ext>
            </a:extLst>
          </p:cNvPr>
          <p:cNvCxnSpPr>
            <a:cxnSpLocks/>
            <a:stCxn id="77" idx="3"/>
            <a:endCxn id="82" idx="1"/>
          </p:cNvCxnSpPr>
          <p:nvPr/>
        </p:nvCxnSpPr>
        <p:spPr>
          <a:xfrm>
            <a:off x="8187688" y="5353178"/>
            <a:ext cx="575285" cy="66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9E24F09-D853-301C-3E2B-654C80C39E62}"/>
              </a:ext>
            </a:extLst>
          </p:cNvPr>
          <p:cNvSpPr txBox="1"/>
          <p:nvPr/>
        </p:nvSpPr>
        <p:spPr>
          <a:xfrm>
            <a:off x="6571312" y="4088628"/>
            <a:ext cx="3147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np.repeat(b,3,axis=0)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8E98165-6DBE-DED4-BB95-96CA7C0F70E9}"/>
              </a:ext>
            </a:extLst>
          </p:cNvPr>
          <p:cNvSpPr/>
          <p:nvPr/>
        </p:nvSpPr>
        <p:spPr>
          <a:xfrm>
            <a:off x="10489464" y="515485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BDA49AD-5B14-4BCD-2100-DE6A8D3894A4}"/>
              </a:ext>
            </a:extLst>
          </p:cNvPr>
          <p:cNvSpPr/>
          <p:nvPr/>
        </p:nvSpPr>
        <p:spPr>
          <a:xfrm>
            <a:off x="11064749" y="5154855"/>
            <a:ext cx="575285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12A6B4DC-819D-3010-301F-7CFECDCCF98B}"/>
              </a:ext>
            </a:extLst>
          </p:cNvPr>
          <p:cNvCxnSpPr>
            <a:cxnSpLocks/>
            <a:stCxn id="79" idx="3"/>
            <a:endCxn id="96" idx="1"/>
          </p:cNvCxnSpPr>
          <p:nvPr/>
        </p:nvCxnSpPr>
        <p:spPr>
          <a:xfrm>
            <a:off x="9913543" y="4867213"/>
            <a:ext cx="575921" cy="575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C2CBFE3-E65A-EBDD-FC1A-C6D5F13A8E85}"/>
              </a:ext>
            </a:extLst>
          </p:cNvPr>
          <p:cNvCxnSpPr>
            <a:cxnSpLocks/>
            <a:stCxn id="81" idx="3"/>
            <a:endCxn id="96" idx="1"/>
          </p:cNvCxnSpPr>
          <p:nvPr/>
        </p:nvCxnSpPr>
        <p:spPr>
          <a:xfrm>
            <a:off x="9913543" y="5442498"/>
            <a:ext cx="5759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B75D84B-DEA1-6F92-9E2C-09BB28A55B44}"/>
              </a:ext>
            </a:extLst>
          </p:cNvPr>
          <p:cNvCxnSpPr>
            <a:cxnSpLocks/>
            <a:stCxn id="83" idx="3"/>
            <a:endCxn id="96" idx="1"/>
          </p:cNvCxnSpPr>
          <p:nvPr/>
        </p:nvCxnSpPr>
        <p:spPr>
          <a:xfrm flipV="1">
            <a:off x="9913543" y="5442498"/>
            <a:ext cx="575921" cy="575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EC592F8-EAE5-37AD-4DC3-947735A715FA}"/>
              </a:ext>
            </a:extLst>
          </p:cNvPr>
          <p:cNvSpPr txBox="1"/>
          <p:nvPr/>
        </p:nvSpPr>
        <p:spPr>
          <a:xfrm>
            <a:off x="9431885" y="3710153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db=np.sum(dout,axis=0)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773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E86B1F2-D5E2-6F0D-148B-CBAF9AA1108C}"/>
              </a:ext>
            </a:extLst>
          </p:cNvPr>
          <p:cNvSpPr/>
          <p:nvPr/>
        </p:nvSpPr>
        <p:spPr>
          <a:xfrm>
            <a:off x="993123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1BD5-40AA-6D1E-083D-2DB2DC58CCDA}"/>
              </a:ext>
            </a:extLst>
          </p:cNvPr>
          <p:cNvSpPr/>
          <p:nvPr/>
        </p:nvSpPr>
        <p:spPr>
          <a:xfrm>
            <a:off x="1483629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B933E1-E9A8-91E3-2E64-5F1AED2C2BC1}"/>
              </a:ext>
            </a:extLst>
          </p:cNvPr>
          <p:cNvSpPr/>
          <p:nvPr/>
        </p:nvSpPr>
        <p:spPr>
          <a:xfrm>
            <a:off x="1974135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6D391D-0D4B-ACFF-6A91-3AB4F4B2E0E4}"/>
              </a:ext>
            </a:extLst>
          </p:cNvPr>
          <p:cNvSpPr/>
          <p:nvPr/>
        </p:nvSpPr>
        <p:spPr>
          <a:xfrm>
            <a:off x="2464641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30D22E-523C-21F4-F567-8085770EACE5}"/>
              </a:ext>
            </a:extLst>
          </p:cNvPr>
          <p:cNvSpPr/>
          <p:nvPr/>
        </p:nvSpPr>
        <p:spPr>
          <a:xfrm>
            <a:off x="993123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42700B-8E1F-41E3-2125-48E922BBCD2A}"/>
              </a:ext>
            </a:extLst>
          </p:cNvPr>
          <p:cNvSpPr/>
          <p:nvPr/>
        </p:nvSpPr>
        <p:spPr>
          <a:xfrm>
            <a:off x="1483629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CFEECC-58C9-744B-44F9-BDEC9C5D8E93}"/>
              </a:ext>
            </a:extLst>
          </p:cNvPr>
          <p:cNvSpPr/>
          <p:nvPr/>
        </p:nvSpPr>
        <p:spPr>
          <a:xfrm>
            <a:off x="1974135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E33AED-CB13-1194-2C8F-05604D0430B1}"/>
              </a:ext>
            </a:extLst>
          </p:cNvPr>
          <p:cNvSpPr/>
          <p:nvPr/>
        </p:nvSpPr>
        <p:spPr>
          <a:xfrm>
            <a:off x="2464641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2B3BAA-A34F-F8FB-2AC8-E0FAFBC56468}"/>
              </a:ext>
            </a:extLst>
          </p:cNvPr>
          <p:cNvSpPr/>
          <p:nvPr/>
        </p:nvSpPr>
        <p:spPr>
          <a:xfrm>
            <a:off x="993123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EDB9B1-8751-7272-F01A-E51D5BE00FE3}"/>
              </a:ext>
            </a:extLst>
          </p:cNvPr>
          <p:cNvSpPr/>
          <p:nvPr/>
        </p:nvSpPr>
        <p:spPr>
          <a:xfrm>
            <a:off x="1483629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BC580-9AF9-986E-7581-5B9D47A318D5}"/>
              </a:ext>
            </a:extLst>
          </p:cNvPr>
          <p:cNvSpPr/>
          <p:nvPr/>
        </p:nvSpPr>
        <p:spPr>
          <a:xfrm>
            <a:off x="1974135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32AFBA-6BC1-EFC8-AD06-4F218CDC10CC}"/>
              </a:ext>
            </a:extLst>
          </p:cNvPr>
          <p:cNvSpPr/>
          <p:nvPr/>
        </p:nvSpPr>
        <p:spPr>
          <a:xfrm>
            <a:off x="2464641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8DFFB4-9E01-7B53-257C-4AEC4B690C51}"/>
              </a:ext>
            </a:extLst>
          </p:cNvPr>
          <p:cNvSpPr/>
          <p:nvPr/>
        </p:nvSpPr>
        <p:spPr>
          <a:xfrm>
            <a:off x="993123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ACD3BF-56CC-7DC1-5CAA-BB224ACFBF26}"/>
              </a:ext>
            </a:extLst>
          </p:cNvPr>
          <p:cNvSpPr/>
          <p:nvPr/>
        </p:nvSpPr>
        <p:spPr>
          <a:xfrm>
            <a:off x="1483629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7F2BBE-61D4-65F0-A8A6-3ED3E11975FC}"/>
              </a:ext>
            </a:extLst>
          </p:cNvPr>
          <p:cNvSpPr/>
          <p:nvPr/>
        </p:nvSpPr>
        <p:spPr>
          <a:xfrm>
            <a:off x="1974135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938299-1965-34EF-96E1-0A52133F5D8E}"/>
              </a:ext>
            </a:extLst>
          </p:cNvPr>
          <p:cNvSpPr/>
          <p:nvPr/>
        </p:nvSpPr>
        <p:spPr>
          <a:xfrm>
            <a:off x="2464641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25D6D7-06E4-9B34-E625-D3E37E1AB726}"/>
              </a:ext>
            </a:extLst>
          </p:cNvPr>
          <p:cNvSpPr/>
          <p:nvPr/>
        </p:nvSpPr>
        <p:spPr>
          <a:xfrm>
            <a:off x="4051216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BE12B3-AA5C-A32A-69C7-AC353A605801}"/>
              </a:ext>
            </a:extLst>
          </p:cNvPr>
          <p:cNvSpPr/>
          <p:nvPr/>
        </p:nvSpPr>
        <p:spPr>
          <a:xfrm>
            <a:off x="4541722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B91411-A195-619F-7A15-700AA3C487F4}"/>
              </a:ext>
            </a:extLst>
          </p:cNvPr>
          <p:cNvSpPr/>
          <p:nvPr/>
        </p:nvSpPr>
        <p:spPr>
          <a:xfrm>
            <a:off x="4051216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B86C36-620F-8388-552D-33EA87CCFACA}"/>
              </a:ext>
            </a:extLst>
          </p:cNvPr>
          <p:cNvSpPr/>
          <p:nvPr/>
        </p:nvSpPr>
        <p:spPr>
          <a:xfrm>
            <a:off x="4541722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0AAA7A-9CE9-AB63-3A06-BCC3A824DC61}"/>
              </a:ext>
            </a:extLst>
          </p:cNvPr>
          <p:cNvSpPr/>
          <p:nvPr/>
        </p:nvSpPr>
        <p:spPr>
          <a:xfrm>
            <a:off x="6223393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74D126-CFA1-8ECF-FFC7-44686756001D}"/>
              </a:ext>
            </a:extLst>
          </p:cNvPr>
          <p:cNvSpPr/>
          <p:nvPr/>
        </p:nvSpPr>
        <p:spPr>
          <a:xfrm>
            <a:off x="6713899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FF31A3-585D-C09D-1393-ADAB069E23E0}"/>
              </a:ext>
            </a:extLst>
          </p:cNvPr>
          <p:cNvSpPr/>
          <p:nvPr/>
        </p:nvSpPr>
        <p:spPr>
          <a:xfrm>
            <a:off x="7204405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F2BACF-4990-FECC-5DFF-F93D9F4B88CC}"/>
              </a:ext>
            </a:extLst>
          </p:cNvPr>
          <p:cNvSpPr/>
          <p:nvPr/>
        </p:nvSpPr>
        <p:spPr>
          <a:xfrm>
            <a:off x="6223393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0B5D68-41C7-F38C-3529-6E52AF1CDB2D}"/>
              </a:ext>
            </a:extLst>
          </p:cNvPr>
          <p:cNvSpPr/>
          <p:nvPr/>
        </p:nvSpPr>
        <p:spPr>
          <a:xfrm>
            <a:off x="6713899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8519F7-1B51-ACF8-C574-FE03BA660563}"/>
              </a:ext>
            </a:extLst>
          </p:cNvPr>
          <p:cNvSpPr/>
          <p:nvPr/>
        </p:nvSpPr>
        <p:spPr>
          <a:xfrm>
            <a:off x="7204405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A1814E-B533-03A4-8ACD-3854DF5F162B}"/>
              </a:ext>
            </a:extLst>
          </p:cNvPr>
          <p:cNvSpPr/>
          <p:nvPr/>
        </p:nvSpPr>
        <p:spPr>
          <a:xfrm>
            <a:off x="6223393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249EF0-37BC-32B9-D298-379C377964E2}"/>
              </a:ext>
            </a:extLst>
          </p:cNvPr>
          <p:cNvSpPr/>
          <p:nvPr/>
        </p:nvSpPr>
        <p:spPr>
          <a:xfrm>
            <a:off x="6713899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D34B11-9BAD-7516-9235-30DDE165E7C4}"/>
              </a:ext>
            </a:extLst>
          </p:cNvPr>
          <p:cNvSpPr/>
          <p:nvPr/>
        </p:nvSpPr>
        <p:spPr>
          <a:xfrm>
            <a:off x="7204405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EA9D4-0B04-C875-4569-E61FBCF9E985}"/>
              </a:ext>
            </a:extLst>
          </p:cNvPr>
          <p:cNvSpPr txBox="1"/>
          <p:nvPr/>
        </p:nvSpPr>
        <p:spPr>
          <a:xfrm>
            <a:off x="3491612" y="2240583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(N*OH*OW, C*FH*FW)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95962-2DCB-31AF-B512-E5C23EB95B3B}"/>
              </a:ext>
            </a:extLst>
          </p:cNvPr>
          <p:cNvSpPr txBox="1"/>
          <p:nvPr/>
        </p:nvSpPr>
        <p:spPr>
          <a:xfrm>
            <a:off x="1192959" y="5450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(1,1,4,4)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9E6376-3A0F-DFB2-B96F-831DFAD2CF95}"/>
              </a:ext>
            </a:extLst>
          </p:cNvPr>
          <p:cNvSpPr txBox="1"/>
          <p:nvPr/>
        </p:nvSpPr>
        <p:spPr>
          <a:xfrm>
            <a:off x="3839832" y="55387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5C2865-8115-1561-32AD-7427862047EF}"/>
              </a:ext>
            </a:extLst>
          </p:cNvPr>
          <p:cNvSpPr txBox="1"/>
          <p:nvPr/>
        </p:nvSpPr>
        <p:spPr>
          <a:xfrm>
            <a:off x="6215435" y="-32867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C65D3-7109-D5E4-416A-216462A9D86E}"/>
              </a:ext>
            </a:extLst>
          </p:cNvPr>
          <p:cNvSpPr txBox="1"/>
          <p:nvPr/>
        </p:nvSpPr>
        <p:spPr>
          <a:xfrm>
            <a:off x="3461939" y="2780829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(1*3*3, 1*2*2)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174826-CF57-A53B-B9E6-C8CCF9E571E8}"/>
              </a:ext>
            </a:extLst>
          </p:cNvPr>
          <p:cNvSpPr/>
          <p:nvPr/>
        </p:nvSpPr>
        <p:spPr>
          <a:xfrm>
            <a:off x="6514717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4567E4-4EE3-89F2-3152-E9F575E85FAF}"/>
              </a:ext>
            </a:extLst>
          </p:cNvPr>
          <p:cNvSpPr/>
          <p:nvPr/>
        </p:nvSpPr>
        <p:spPr>
          <a:xfrm>
            <a:off x="7001188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FAA989-4541-382A-88C6-8F56A3A46624}"/>
              </a:ext>
            </a:extLst>
          </p:cNvPr>
          <p:cNvSpPr/>
          <p:nvPr/>
        </p:nvSpPr>
        <p:spPr>
          <a:xfrm>
            <a:off x="7487659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6F59F1-D391-E673-F775-BA69D79FE8F3}"/>
              </a:ext>
            </a:extLst>
          </p:cNvPr>
          <p:cNvSpPr/>
          <p:nvPr/>
        </p:nvSpPr>
        <p:spPr>
          <a:xfrm>
            <a:off x="7974130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F8951E-2183-33B3-CD81-B85DD2484C9C}"/>
              </a:ext>
            </a:extLst>
          </p:cNvPr>
          <p:cNvSpPr/>
          <p:nvPr/>
        </p:nvSpPr>
        <p:spPr>
          <a:xfrm>
            <a:off x="6514717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0DC6CF1-BAEF-C1FB-8A2C-E1DF01FE242A}"/>
              </a:ext>
            </a:extLst>
          </p:cNvPr>
          <p:cNvSpPr/>
          <p:nvPr/>
        </p:nvSpPr>
        <p:spPr>
          <a:xfrm>
            <a:off x="7001188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580980-BB8B-C2EA-5EA7-AE9E483D2648}"/>
              </a:ext>
            </a:extLst>
          </p:cNvPr>
          <p:cNvSpPr/>
          <p:nvPr/>
        </p:nvSpPr>
        <p:spPr>
          <a:xfrm>
            <a:off x="7487659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3770073-9C82-489F-4544-733CE60358A9}"/>
              </a:ext>
            </a:extLst>
          </p:cNvPr>
          <p:cNvSpPr/>
          <p:nvPr/>
        </p:nvSpPr>
        <p:spPr>
          <a:xfrm>
            <a:off x="7974130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69C723F-6783-2A11-FE30-5B30DCC72E57}"/>
              </a:ext>
            </a:extLst>
          </p:cNvPr>
          <p:cNvSpPr/>
          <p:nvPr/>
        </p:nvSpPr>
        <p:spPr>
          <a:xfrm>
            <a:off x="6514717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5D3128-486F-D117-CE52-FFF5E248B990}"/>
              </a:ext>
            </a:extLst>
          </p:cNvPr>
          <p:cNvSpPr/>
          <p:nvPr/>
        </p:nvSpPr>
        <p:spPr>
          <a:xfrm>
            <a:off x="7001188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D85DDF5-829C-435F-A50B-DD556BB8268B}"/>
              </a:ext>
            </a:extLst>
          </p:cNvPr>
          <p:cNvSpPr/>
          <p:nvPr/>
        </p:nvSpPr>
        <p:spPr>
          <a:xfrm>
            <a:off x="7487659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A44B2D-7132-5C7F-9122-552BC6C5C82B}"/>
              </a:ext>
            </a:extLst>
          </p:cNvPr>
          <p:cNvSpPr/>
          <p:nvPr/>
        </p:nvSpPr>
        <p:spPr>
          <a:xfrm>
            <a:off x="7974130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D480CD8-AE29-A41F-59CF-6D6EFE50EA19}"/>
              </a:ext>
            </a:extLst>
          </p:cNvPr>
          <p:cNvSpPr/>
          <p:nvPr/>
        </p:nvSpPr>
        <p:spPr>
          <a:xfrm>
            <a:off x="6514717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1DB92EC-2CC5-0289-B863-3AE1F2135821}"/>
              </a:ext>
            </a:extLst>
          </p:cNvPr>
          <p:cNvSpPr/>
          <p:nvPr/>
        </p:nvSpPr>
        <p:spPr>
          <a:xfrm>
            <a:off x="7001188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C68DED5-9DC2-CC61-31CB-681886059C18}"/>
              </a:ext>
            </a:extLst>
          </p:cNvPr>
          <p:cNvSpPr/>
          <p:nvPr/>
        </p:nvSpPr>
        <p:spPr>
          <a:xfrm>
            <a:off x="7487659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EBDE36F-D8D3-25F0-EFFC-BF5F30C9B1AC}"/>
              </a:ext>
            </a:extLst>
          </p:cNvPr>
          <p:cNvSpPr/>
          <p:nvPr/>
        </p:nvSpPr>
        <p:spPr>
          <a:xfrm>
            <a:off x="7974130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E5437E-5846-8D57-A6E4-6B5E70AD5753}"/>
              </a:ext>
            </a:extLst>
          </p:cNvPr>
          <p:cNvSpPr/>
          <p:nvPr/>
        </p:nvSpPr>
        <p:spPr>
          <a:xfrm>
            <a:off x="6514717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978C3A9-5748-352D-029A-BAB65A06DF7C}"/>
              </a:ext>
            </a:extLst>
          </p:cNvPr>
          <p:cNvSpPr/>
          <p:nvPr/>
        </p:nvSpPr>
        <p:spPr>
          <a:xfrm>
            <a:off x="7001188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9FD6F7A-DC5F-7429-EBFA-4FE9E3FAACC8}"/>
              </a:ext>
            </a:extLst>
          </p:cNvPr>
          <p:cNvSpPr/>
          <p:nvPr/>
        </p:nvSpPr>
        <p:spPr>
          <a:xfrm>
            <a:off x="7487659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2D53D7B-9465-2A4C-5512-4B4519A94B2A}"/>
              </a:ext>
            </a:extLst>
          </p:cNvPr>
          <p:cNvSpPr/>
          <p:nvPr/>
        </p:nvSpPr>
        <p:spPr>
          <a:xfrm>
            <a:off x="7974130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96BA794-B3E3-9A31-1A6A-4C7A7D75BD84}"/>
              </a:ext>
            </a:extLst>
          </p:cNvPr>
          <p:cNvSpPr/>
          <p:nvPr/>
        </p:nvSpPr>
        <p:spPr>
          <a:xfrm>
            <a:off x="6514717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7FE29B4-297E-CA1C-52EF-79A3C0D2930C}"/>
              </a:ext>
            </a:extLst>
          </p:cNvPr>
          <p:cNvSpPr/>
          <p:nvPr/>
        </p:nvSpPr>
        <p:spPr>
          <a:xfrm>
            <a:off x="7001188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E2F8747-66B7-B347-A626-D26757F992A2}"/>
              </a:ext>
            </a:extLst>
          </p:cNvPr>
          <p:cNvSpPr/>
          <p:nvPr/>
        </p:nvSpPr>
        <p:spPr>
          <a:xfrm>
            <a:off x="7487659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B651DF-C786-E015-BE99-3ABBB86FCD2E}"/>
              </a:ext>
            </a:extLst>
          </p:cNvPr>
          <p:cNvSpPr/>
          <p:nvPr/>
        </p:nvSpPr>
        <p:spPr>
          <a:xfrm>
            <a:off x="7974130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8EFF60B-49D3-66A1-F9D6-A793EA846D4B}"/>
              </a:ext>
            </a:extLst>
          </p:cNvPr>
          <p:cNvSpPr/>
          <p:nvPr/>
        </p:nvSpPr>
        <p:spPr>
          <a:xfrm>
            <a:off x="6514717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044F478-2FEA-04F2-84CB-4FA9D40C1BDF}"/>
              </a:ext>
            </a:extLst>
          </p:cNvPr>
          <p:cNvSpPr/>
          <p:nvPr/>
        </p:nvSpPr>
        <p:spPr>
          <a:xfrm>
            <a:off x="7001188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D02266B-2976-DEB2-224F-32AA431A5404}"/>
              </a:ext>
            </a:extLst>
          </p:cNvPr>
          <p:cNvSpPr/>
          <p:nvPr/>
        </p:nvSpPr>
        <p:spPr>
          <a:xfrm>
            <a:off x="7487659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C08D2DB-11A7-6C2F-8D5A-0B452B0EFAB3}"/>
              </a:ext>
            </a:extLst>
          </p:cNvPr>
          <p:cNvSpPr/>
          <p:nvPr/>
        </p:nvSpPr>
        <p:spPr>
          <a:xfrm>
            <a:off x="7974130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46B05CA-D7A6-7ED0-ECA4-B7BD77A7C6FD}"/>
              </a:ext>
            </a:extLst>
          </p:cNvPr>
          <p:cNvSpPr/>
          <p:nvPr/>
        </p:nvSpPr>
        <p:spPr>
          <a:xfrm>
            <a:off x="6514717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79830A8-6597-F12E-CB7F-641C5115847D}"/>
              </a:ext>
            </a:extLst>
          </p:cNvPr>
          <p:cNvSpPr/>
          <p:nvPr/>
        </p:nvSpPr>
        <p:spPr>
          <a:xfrm>
            <a:off x="7001188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6B566CF-C52B-F92F-C39C-D9A901CD545F}"/>
              </a:ext>
            </a:extLst>
          </p:cNvPr>
          <p:cNvSpPr/>
          <p:nvPr/>
        </p:nvSpPr>
        <p:spPr>
          <a:xfrm>
            <a:off x="7487659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B220BD7-FE4B-7A79-1E95-9EAFD12E999F}"/>
              </a:ext>
            </a:extLst>
          </p:cNvPr>
          <p:cNvSpPr/>
          <p:nvPr/>
        </p:nvSpPr>
        <p:spPr>
          <a:xfrm>
            <a:off x="7974130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C1230DB-C636-8CF9-45B9-A5828CDBCBCF}"/>
              </a:ext>
            </a:extLst>
          </p:cNvPr>
          <p:cNvSpPr/>
          <p:nvPr/>
        </p:nvSpPr>
        <p:spPr>
          <a:xfrm>
            <a:off x="6514717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029BE42-C758-AFDE-F9FA-BE4B145323AF}"/>
              </a:ext>
            </a:extLst>
          </p:cNvPr>
          <p:cNvSpPr/>
          <p:nvPr/>
        </p:nvSpPr>
        <p:spPr>
          <a:xfrm>
            <a:off x="7001188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546F0D5-779C-1AD6-1356-045A9061E23F}"/>
              </a:ext>
            </a:extLst>
          </p:cNvPr>
          <p:cNvSpPr/>
          <p:nvPr/>
        </p:nvSpPr>
        <p:spPr>
          <a:xfrm>
            <a:off x="7487659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7FBB820-F30B-FF82-7224-69F6CCDEDECC}"/>
              </a:ext>
            </a:extLst>
          </p:cNvPr>
          <p:cNvSpPr/>
          <p:nvPr/>
        </p:nvSpPr>
        <p:spPr>
          <a:xfrm>
            <a:off x="7974130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0EB89AF-0512-7594-2D87-763A45AB5157}"/>
              </a:ext>
            </a:extLst>
          </p:cNvPr>
          <p:cNvGrpSpPr/>
          <p:nvPr/>
        </p:nvGrpSpPr>
        <p:grpSpPr>
          <a:xfrm>
            <a:off x="979444" y="490726"/>
            <a:ext cx="981012" cy="981012"/>
            <a:chOff x="1192959" y="2938494"/>
            <a:chExt cx="981012" cy="981012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444B9F8-9951-67D3-B3C7-FCBD6224BABB}"/>
                </a:ext>
              </a:extLst>
            </p:cNvPr>
            <p:cNvSpPr/>
            <p:nvPr/>
          </p:nvSpPr>
          <p:spPr>
            <a:xfrm>
              <a:off x="1192959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9DE7F847-B786-0713-8D51-C5ACC86293B8}"/>
                </a:ext>
              </a:extLst>
            </p:cNvPr>
            <p:cNvSpPr/>
            <p:nvPr/>
          </p:nvSpPr>
          <p:spPr>
            <a:xfrm>
              <a:off x="1683465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F688B39-8AC6-4EFB-07F8-863F9607967B}"/>
                </a:ext>
              </a:extLst>
            </p:cNvPr>
            <p:cNvSpPr/>
            <p:nvPr/>
          </p:nvSpPr>
          <p:spPr>
            <a:xfrm>
              <a:off x="1192959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B752172-73E4-53EA-4B40-B110D9F3B113}"/>
                </a:ext>
              </a:extLst>
            </p:cNvPr>
            <p:cNvSpPr/>
            <p:nvPr/>
          </p:nvSpPr>
          <p:spPr>
            <a:xfrm>
              <a:off x="1683465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BB0846C-B8F7-B401-88D0-417D9DADE903}"/>
              </a:ext>
            </a:extLst>
          </p:cNvPr>
          <p:cNvSpPr/>
          <p:nvPr/>
        </p:nvSpPr>
        <p:spPr>
          <a:xfrm>
            <a:off x="9442880" y="52805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310A656-28AF-4C10-F85A-93F12A3D61DF}"/>
              </a:ext>
            </a:extLst>
          </p:cNvPr>
          <p:cNvSpPr/>
          <p:nvPr/>
        </p:nvSpPr>
        <p:spPr>
          <a:xfrm>
            <a:off x="9442880" y="479000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C2E7C9-4611-8437-DB27-EC47970C6956}"/>
              </a:ext>
            </a:extLst>
          </p:cNvPr>
          <p:cNvSpPr/>
          <p:nvPr/>
        </p:nvSpPr>
        <p:spPr>
          <a:xfrm>
            <a:off x="9442880" y="38089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C3BB2FC-807C-520C-8AC9-F969C96CEE53}"/>
              </a:ext>
            </a:extLst>
          </p:cNvPr>
          <p:cNvSpPr/>
          <p:nvPr/>
        </p:nvSpPr>
        <p:spPr>
          <a:xfrm>
            <a:off x="9442880" y="429949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DCE32E-E51A-0253-EC5F-A2A324517494}"/>
              </a:ext>
            </a:extLst>
          </p:cNvPr>
          <p:cNvSpPr txBox="1"/>
          <p:nvPr/>
        </p:nvSpPr>
        <p:spPr>
          <a:xfrm>
            <a:off x="8790893" y="438989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27E4B8-CE68-E525-5338-1B9FF128508D}"/>
              </a:ext>
            </a:extLst>
          </p:cNvPr>
          <p:cNvSpPr txBox="1"/>
          <p:nvPr/>
        </p:nvSpPr>
        <p:spPr>
          <a:xfrm>
            <a:off x="7683246" y="195661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(9,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2000">
                <a:latin typeface="Consolas" panose="020B0609020204030204" pitchFamily="49" charset="0"/>
              </a:rPr>
              <a:t>)(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2000">
                <a:latin typeface="Consolas" panose="020B0609020204030204" pitchFamily="49" charset="0"/>
              </a:rPr>
              <a:t>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9C13AC-84C5-1819-8408-4717F83D8927}"/>
              </a:ext>
            </a:extLst>
          </p:cNvPr>
          <p:cNvSpPr txBox="1"/>
          <p:nvPr/>
        </p:nvSpPr>
        <p:spPr>
          <a:xfrm>
            <a:off x="8275254" y="7304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77DC28-768D-2B53-67EF-AD969F284D40}"/>
              </a:ext>
            </a:extLst>
          </p:cNvPr>
          <p:cNvSpPr txBox="1"/>
          <p:nvPr/>
        </p:nvSpPr>
        <p:spPr>
          <a:xfrm>
            <a:off x="9167450" y="6720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col_W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32BE81-8D0F-C893-F0C6-BD9416FF6CBD}"/>
              </a:ext>
            </a:extLst>
          </p:cNvPr>
          <p:cNvSpPr txBox="1"/>
          <p:nvPr/>
        </p:nvSpPr>
        <p:spPr>
          <a:xfrm>
            <a:off x="8841720" y="144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4576A8D-3F7F-A11D-BDA2-4023286668AD}"/>
              </a:ext>
            </a:extLst>
          </p:cNvPr>
          <p:cNvSpPr txBox="1"/>
          <p:nvPr/>
        </p:nvSpPr>
        <p:spPr>
          <a:xfrm>
            <a:off x="9195008" y="957986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DFF48F-7DFE-0916-093B-0E80DED2A95C}"/>
              </a:ext>
            </a:extLst>
          </p:cNvPr>
          <p:cNvSpPr txBox="1"/>
          <p:nvPr/>
        </p:nvSpPr>
        <p:spPr>
          <a:xfrm>
            <a:off x="10228269" y="98744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B97260-AD83-5C8E-EC80-E8EE4AE8B9CB}"/>
              </a:ext>
            </a:extLst>
          </p:cNvPr>
          <p:cNvSpPr txBox="1"/>
          <p:nvPr/>
        </p:nvSpPr>
        <p:spPr>
          <a:xfrm>
            <a:off x="9985597" y="88620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95F0751-73DB-F4F8-7680-D0C65F4BBFAC}"/>
              </a:ext>
            </a:extLst>
          </p:cNvPr>
          <p:cNvSpPr txBox="1"/>
          <p:nvPr/>
        </p:nvSpPr>
        <p:spPr>
          <a:xfrm>
            <a:off x="8676944" y="55012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C846B7-C5D2-4AA6-39F5-AB45DB1E5EE3}"/>
              </a:ext>
            </a:extLst>
          </p:cNvPr>
          <p:cNvSpPr txBox="1"/>
          <p:nvPr/>
        </p:nvSpPr>
        <p:spPr>
          <a:xfrm>
            <a:off x="8237040" y="94717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dw =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2966A2-14BA-FCCD-6432-54C723BB38C1}"/>
              </a:ext>
            </a:extLst>
          </p:cNvPr>
          <p:cNvSpPr txBox="1"/>
          <p:nvPr/>
        </p:nvSpPr>
        <p:spPr>
          <a:xfrm>
            <a:off x="9233222" y="145648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99CB80-92A8-B552-DC40-77451821DD97}"/>
              </a:ext>
            </a:extLst>
          </p:cNvPr>
          <p:cNvSpPr txBox="1"/>
          <p:nvPr/>
        </p:nvSpPr>
        <p:spPr>
          <a:xfrm>
            <a:off x="10266483" y="148593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col_W.T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367C744-6D82-3E14-EDDC-EE74B02E8546}"/>
              </a:ext>
            </a:extLst>
          </p:cNvPr>
          <p:cNvSpPr txBox="1"/>
          <p:nvPr/>
        </p:nvSpPr>
        <p:spPr>
          <a:xfrm>
            <a:off x="9940753" y="14331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F3A48DC-254E-6F35-5730-EC5CBC17F8CC}"/>
              </a:ext>
            </a:extLst>
          </p:cNvPr>
          <p:cNvSpPr txBox="1"/>
          <p:nvPr/>
        </p:nvSpPr>
        <p:spPr>
          <a:xfrm>
            <a:off x="8275254" y="1445673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dcol =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073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E86B1F2-D5E2-6F0D-148B-CBAF9AA1108C}"/>
              </a:ext>
            </a:extLst>
          </p:cNvPr>
          <p:cNvSpPr/>
          <p:nvPr/>
        </p:nvSpPr>
        <p:spPr>
          <a:xfrm>
            <a:off x="993123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1BD5-40AA-6D1E-083D-2DB2DC58CCDA}"/>
              </a:ext>
            </a:extLst>
          </p:cNvPr>
          <p:cNvSpPr/>
          <p:nvPr/>
        </p:nvSpPr>
        <p:spPr>
          <a:xfrm>
            <a:off x="1483629" y="50867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B933E1-E9A8-91E3-2E64-5F1AED2C2BC1}"/>
              </a:ext>
            </a:extLst>
          </p:cNvPr>
          <p:cNvSpPr/>
          <p:nvPr/>
        </p:nvSpPr>
        <p:spPr>
          <a:xfrm>
            <a:off x="1974135" y="50867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6D391D-0D4B-ACFF-6A91-3AB4F4B2E0E4}"/>
              </a:ext>
            </a:extLst>
          </p:cNvPr>
          <p:cNvSpPr/>
          <p:nvPr/>
        </p:nvSpPr>
        <p:spPr>
          <a:xfrm>
            <a:off x="2464641" y="50867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30D22E-523C-21F4-F567-8085770EACE5}"/>
              </a:ext>
            </a:extLst>
          </p:cNvPr>
          <p:cNvSpPr/>
          <p:nvPr/>
        </p:nvSpPr>
        <p:spPr>
          <a:xfrm>
            <a:off x="993123" y="99917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42700B-8E1F-41E3-2125-48E922BBCD2A}"/>
              </a:ext>
            </a:extLst>
          </p:cNvPr>
          <p:cNvSpPr/>
          <p:nvPr/>
        </p:nvSpPr>
        <p:spPr>
          <a:xfrm>
            <a:off x="1483629" y="999179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CFEECC-58C9-744B-44F9-BDEC9C5D8E93}"/>
              </a:ext>
            </a:extLst>
          </p:cNvPr>
          <p:cNvSpPr/>
          <p:nvPr/>
        </p:nvSpPr>
        <p:spPr>
          <a:xfrm>
            <a:off x="1974135" y="999179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E33AED-CB13-1194-2C8F-05604D0430B1}"/>
              </a:ext>
            </a:extLst>
          </p:cNvPr>
          <p:cNvSpPr/>
          <p:nvPr/>
        </p:nvSpPr>
        <p:spPr>
          <a:xfrm>
            <a:off x="2464641" y="99917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2B3BAA-A34F-F8FB-2AC8-E0FAFBC56468}"/>
              </a:ext>
            </a:extLst>
          </p:cNvPr>
          <p:cNvSpPr/>
          <p:nvPr/>
        </p:nvSpPr>
        <p:spPr>
          <a:xfrm>
            <a:off x="993123" y="148968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EDB9B1-8751-7272-F01A-E51D5BE00FE3}"/>
              </a:ext>
            </a:extLst>
          </p:cNvPr>
          <p:cNvSpPr/>
          <p:nvPr/>
        </p:nvSpPr>
        <p:spPr>
          <a:xfrm>
            <a:off x="1483629" y="1489685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BC580-9AF9-986E-7581-5B9D47A318D5}"/>
              </a:ext>
            </a:extLst>
          </p:cNvPr>
          <p:cNvSpPr/>
          <p:nvPr/>
        </p:nvSpPr>
        <p:spPr>
          <a:xfrm>
            <a:off x="1974135" y="1489685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32AFBA-6BC1-EFC8-AD06-4F218CDC10CC}"/>
              </a:ext>
            </a:extLst>
          </p:cNvPr>
          <p:cNvSpPr/>
          <p:nvPr/>
        </p:nvSpPr>
        <p:spPr>
          <a:xfrm>
            <a:off x="2464641" y="148968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8DFFB4-9E01-7B53-257C-4AEC4B690C51}"/>
              </a:ext>
            </a:extLst>
          </p:cNvPr>
          <p:cNvSpPr/>
          <p:nvPr/>
        </p:nvSpPr>
        <p:spPr>
          <a:xfrm>
            <a:off x="993123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ACD3BF-56CC-7DC1-5CAA-BB224ACFBF26}"/>
              </a:ext>
            </a:extLst>
          </p:cNvPr>
          <p:cNvSpPr/>
          <p:nvPr/>
        </p:nvSpPr>
        <p:spPr>
          <a:xfrm>
            <a:off x="1483629" y="198019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7F2BBE-61D4-65F0-A8A6-3ED3E11975FC}"/>
              </a:ext>
            </a:extLst>
          </p:cNvPr>
          <p:cNvSpPr/>
          <p:nvPr/>
        </p:nvSpPr>
        <p:spPr>
          <a:xfrm>
            <a:off x="1974135" y="198019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938299-1965-34EF-96E1-0A52133F5D8E}"/>
              </a:ext>
            </a:extLst>
          </p:cNvPr>
          <p:cNvSpPr/>
          <p:nvPr/>
        </p:nvSpPr>
        <p:spPr>
          <a:xfrm>
            <a:off x="2464641" y="19801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25D6D7-06E4-9B34-E625-D3E37E1AB726}"/>
              </a:ext>
            </a:extLst>
          </p:cNvPr>
          <p:cNvSpPr/>
          <p:nvPr/>
        </p:nvSpPr>
        <p:spPr>
          <a:xfrm>
            <a:off x="4051216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BE12B3-AA5C-A32A-69C7-AC353A605801}"/>
              </a:ext>
            </a:extLst>
          </p:cNvPr>
          <p:cNvSpPr/>
          <p:nvPr/>
        </p:nvSpPr>
        <p:spPr>
          <a:xfrm>
            <a:off x="4541722" y="99917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B91411-A195-619F-7A15-700AA3C487F4}"/>
              </a:ext>
            </a:extLst>
          </p:cNvPr>
          <p:cNvSpPr/>
          <p:nvPr/>
        </p:nvSpPr>
        <p:spPr>
          <a:xfrm>
            <a:off x="4051216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B86C36-620F-8388-552D-33EA87CCFACA}"/>
              </a:ext>
            </a:extLst>
          </p:cNvPr>
          <p:cNvSpPr/>
          <p:nvPr/>
        </p:nvSpPr>
        <p:spPr>
          <a:xfrm>
            <a:off x="4541722" y="148968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0AAA7A-9CE9-AB63-3A06-BCC3A824DC61}"/>
              </a:ext>
            </a:extLst>
          </p:cNvPr>
          <p:cNvSpPr/>
          <p:nvPr/>
        </p:nvSpPr>
        <p:spPr>
          <a:xfrm>
            <a:off x="6223393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74D126-CFA1-8ECF-FFC7-44686756001D}"/>
              </a:ext>
            </a:extLst>
          </p:cNvPr>
          <p:cNvSpPr/>
          <p:nvPr/>
        </p:nvSpPr>
        <p:spPr>
          <a:xfrm>
            <a:off x="6713899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FF31A3-585D-C09D-1393-ADAB069E23E0}"/>
              </a:ext>
            </a:extLst>
          </p:cNvPr>
          <p:cNvSpPr/>
          <p:nvPr/>
        </p:nvSpPr>
        <p:spPr>
          <a:xfrm>
            <a:off x="7204405" y="46347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F2BACF-4990-FECC-5DFF-F93D9F4B88CC}"/>
              </a:ext>
            </a:extLst>
          </p:cNvPr>
          <p:cNvSpPr/>
          <p:nvPr/>
        </p:nvSpPr>
        <p:spPr>
          <a:xfrm>
            <a:off x="6223393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0B5D68-41C7-F38C-3529-6E52AF1CDB2D}"/>
              </a:ext>
            </a:extLst>
          </p:cNvPr>
          <p:cNvSpPr/>
          <p:nvPr/>
        </p:nvSpPr>
        <p:spPr>
          <a:xfrm>
            <a:off x="6713899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8519F7-1B51-ACF8-C574-FE03BA660563}"/>
              </a:ext>
            </a:extLst>
          </p:cNvPr>
          <p:cNvSpPr/>
          <p:nvPr/>
        </p:nvSpPr>
        <p:spPr>
          <a:xfrm>
            <a:off x="7204405" y="9570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A1814E-B533-03A4-8ACD-3854DF5F162B}"/>
              </a:ext>
            </a:extLst>
          </p:cNvPr>
          <p:cNvSpPr/>
          <p:nvPr/>
        </p:nvSpPr>
        <p:spPr>
          <a:xfrm>
            <a:off x="6223393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249EF0-37BC-32B9-D298-379C377964E2}"/>
              </a:ext>
            </a:extLst>
          </p:cNvPr>
          <p:cNvSpPr/>
          <p:nvPr/>
        </p:nvSpPr>
        <p:spPr>
          <a:xfrm>
            <a:off x="6713899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D34B11-9BAD-7516-9235-30DDE165E7C4}"/>
              </a:ext>
            </a:extLst>
          </p:cNvPr>
          <p:cNvSpPr/>
          <p:nvPr/>
        </p:nvSpPr>
        <p:spPr>
          <a:xfrm>
            <a:off x="7204405" y="145054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EA9D4-0B04-C875-4569-E61FBCF9E985}"/>
              </a:ext>
            </a:extLst>
          </p:cNvPr>
          <p:cNvSpPr txBox="1"/>
          <p:nvPr/>
        </p:nvSpPr>
        <p:spPr>
          <a:xfrm>
            <a:off x="3491612" y="2240583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(N*OH*OW, C*FH*FW)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95962-2DCB-31AF-B512-E5C23EB95B3B}"/>
              </a:ext>
            </a:extLst>
          </p:cNvPr>
          <p:cNvSpPr txBox="1"/>
          <p:nvPr/>
        </p:nvSpPr>
        <p:spPr>
          <a:xfrm>
            <a:off x="1192959" y="5450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(1,1,4,4)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9E6376-3A0F-DFB2-B96F-831DFAD2CF95}"/>
              </a:ext>
            </a:extLst>
          </p:cNvPr>
          <p:cNvSpPr txBox="1"/>
          <p:nvPr/>
        </p:nvSpPr>
        <p:spPr>
          <a:xfrm>
            <a:off x="3839832" y="55387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5C2865-8115-1561-32AD-7427862047EF}"/>
              </a:ext>
            </a:extLst>
          </p:cNvPr>
          <p:cNvSpPr txBox="1"/>
          <p:nvPr/>
        </p:nvSpPr>
        <p:spPr>
          <a:xfrm>
            <a:off x="6215435" y="-32867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C65D3-7109-D5E4-416A-216462A9D86E}"/>
              </a:ext>
            </a:extLst>
          </p:cNvPr>
          <p:cNvSpPr txBox="1"/>
          <p:nvPr/>
        </p:nvSpPr>
        <p:spPr>
          <a:xfrm>
            <a:off x="3461939" y="2780829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(1*3*3, 1*2*2)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5174826-CF57-A53B-B9E6-C8CCF9E571E8}"/>
              </a:ext>
            </a:extLst>
          </p:cNvPr>
          <p:cNvSpPr/>
          <p:nvPr/>
        </p:nvSpPr>
        <p:spPr>
          <a:xfrm>
            <a:off x="6514717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4567E4-4EE3-89F2-3152-E9F575E85FAF}"/>
              </a:ext>
            </a:extLst>
          </p:cNvPr>
          <p:cNvSpPr/>
          <p:nvPr/>
        </p:nvSpPr>
        <p:spPr>
          <a:xfrm>
            <a:off x="7001188" y="237229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FAA989-4541-382A-88C6-8F56A3A46624}"/>
              </a:ext>
            </a:extLst>
          </p:cNvPr>
          <p:cNvSpPr/>
          <p:nvPr/>
        </p:nvSpPr>
        <p:spPr>
          <a:xfrm>
            <a:off x="7487659" y="237229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6F59F1-D391-E673-F775-BA69D79FE8F3}"/>
              </a:ext>
            </a:extLst>
          </p:cNvPr>
          <p:cNvSpPr/>
          <p:nvPr/>
        </p:nvSpPr>
        <p:spPr>
          <a:xfrm>
            <a:off x="7974130" y="237229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F8951E-2183-33B3-CD81-B85DD2484C9C}"/>
              </a:ext>
            </a:extLst>
          </p:cNvPr>
          <p:cNvSpPr/>
          <p:nvPr/>
        </p:nvSpPr>
        <p:spPr>
          <a:xfrm>
            <a:off x="6514717" y="286279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0DC6CF1-BAEF-C1FB-8A2C-E1DF01FE242A}"/>
              </a:ext>
            </a:extLst>
          </p:cNvPr>
          <p:cNvSpPr/>
          <p:nvPr/>
        </p:nvSpPr>
        <p:spPr>
          <a:xfrm>
            <a:off x="7001188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580980-BB8B-C2EA-5EA7-AE9E483D2648}"/>
              </a:ext>
            </a:extLst>
          </p:cNvPr>
          <p:cNvSpPr/>
          <p:nvPr/>
        </p:nvSpPr>
        <p:spPr>
          <a:xfrm>
            <a:off x="7487659" y="286279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3770073-9C82-489F-4544-733CE60358A9}"/>
              </a:ext>
            </a:extLst>
          </p:cNvPr>
          <p:cNvSpPr/>
          <p:nvPr/>
        </p:nvSpPr>
        <p:spPr>
          <a:xfrm>
            <a:off x="7974130" y="286279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69C723F-6783-2A11-FE30-5B30DCC72E57}"/>
              </a:ext>
            </a:extLst>
          </p:cNvPr>
          <p:cNvSpPr/>
          <p:nvPr/>
        </p:nvSpPr>
        <p:spPr>
          <a:xfrm>
            <a:off x="6514717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5D3128-486F-D117-CE52-FFF5E248B990}"/>
              </a:ext>
            </a:extLst>
          </p:cNvPr>
          <p:cNvSpPr/>
          <p:nvPr/>
        </p:nvSpPr>
        <p:spPr>
          <a:xfrm>
            <a:off x="7001188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D85DDF5-829C-435F-A50B-DD556BB8268B}"/>
              </a:ext>
            </a:extLst>
          </p:cNvPr>
          <p:cNvSpPr/>
          <p:nvPr/>
        </p:nvSpPr>
        <p:spPr>
          <a:xfrm>
            <a:off x="7487659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A44B2D-7132-5C7F-9122-552BC6C5C82B}"/>
              </a:ext>
            </a:extLst>
          </p:cNvPr>
          <p:cNvSpPr/>
          <p:nvPr/>
        </p:nvSpPr>
        <p:spPr>
          <a:xfrm>
            <a:off x="7974130" y="335330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D480CD8-AE29-A41F-59CF-6D6EFE50EA19}"/>
              </a:ext>
            </a:extLst>
          </p:cNvPr>
          <p:cNvSpPr/>
          <p:nvPr/>
        </p:nvSpPr>
        <p:spPr>
          <a:xfrm>
            <a:off x="6514717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1DB92EC-2CC5-0289-B863-3AE1F2135821}"/>
              </a:ext>
            </a:extLst>
          </p:cNvPr>
          <p:cNvSpPr/>
          <p:nvPr/>
        </p:nvSpPr>
        <p:spPr>
          <a:xfrm>
            <a:off x="7001188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C68DED5-9DC2-CC61-31CB-681886059C18}"/>
              </a:ext>
            </a:extLst>
          </p:cNvPr>
          <p:cNvSpPr/>
          <p:nvPr/>
        </p:nvSpPr>
        <p:spPr>
          <a:xfrm>
            <a:off x="7487659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EBDE36F-D8D3-25F0-EFFC-BF5F30C9B1AC}"/>
              </a:ext>
            </a:extLst>
          </p:cNvPr>
          <p:cNvSpPr/>
          <p:nvPr/>
        </p:nvSpPr>
        <p:spPr>
          <a:xfrm>
            <a:off x="7974130" y="384381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E5437E-5846-8D57-A6E4-6B5E70AD5753}"/>
              </a:ext>
            </a:extLst>
          </p:cNvPr>
          <p:cNvSpPr/>
          <p:nvPr/>
        </p:nvSpPr>
        <p:spPr>
          <a:xfrm>
            <a:off x="6514717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978C3A9-5748-352D-029A-BAB65A06DF7C}"/>
              </a:ext>
            </a:extLst>
          </p:cNvPr>
          <p:cNvSpPr/>
          <p:nvPr/>
        </p:nvSpPr>
        <p:spPr>
          <a:xfrm>
            <a:off x="7001188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9FD6F7A-DC5F-7429-EBFA-4FE9E3FAACC8}"/>
              </a:ext>
            </a:extLst>
          </p:cNvPr>
          <p:cNvSpPr/>
          <p:nvPr/>
        </p:nvSpPr>
        <p:spPr>
          <a:xfrm>
            <a:off x="7487659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2D53D7B-9465-2A4C-5512-4B4519A94B2A}"/>
              </a:ext>
            </a:extLst>
          </p:cNvPr>
          <p:cNvSpPr/>
          <p:nvPr/>
        </p:nvSpPr>
        <p:spPr>
          <a:xfrm>
            <a:off x="7974130" y="433431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96BA794-B3E3-9A31-1A6A-4C7A7D75BD84}"/>
              </a:ext>
            </a:extLst>
          </p:cNvPr>
          <p:cNvSpPr/>
          <p:nvPr/>
        </p:nvSpPr>
        <p:spPr>
          <a:xfrm>
            <a:off x="6514717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7FE29B4-297E-CA1C-52EF-79A3C0D2930C}"/>
              </a:ext>
            </a:extLst>
          </p:cNvPr>
          <p:cNvSpPr/>
          <p:nvPr/>
        </p:nvSpPr>
        <p:spPr>
          <a:xfrm>
            <a:off x="7001188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E2F8747-66B7-B347-A626-D26757F992A2}"/>
              </a:ext>
            </a:extLst>
          </p:cNvPr>
          <p:cNvSpPr/>
          <p:nvPr/>
        </p:nvSpPr>
        <p:spPr>
          <a:xfrm>
            <a:off x="7487659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B651DF-C786-E015-BE99-3ABBB86FCD2E}"/>
              </a:ext>
            </a:extLst>
          </p:cNvPr>
          <p:cNvSpPr/>
          <p:nvPr/>
        </p:nvSpPr>
        <p:spPr>
          <a:xfrm>
            <a:off x="7974130" y="482482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8EFF60B-49D3-66A1-F9D6-A793EA846D4B}"/>
              </a:ext>
            </a:extLst>
          </p:cNvPr>
          <p:cNvSpPr/>
          <p:nvPr/>
        </p:nvSpPr>
        <p:spPr>
          <a:xfrm>
            <a:off x="6514717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044F478-2FEA-04F2-84CB-4FA9D40C1BDF}"/>
              </a:ext>
            </a:extLst>
          </p:cNvPr>
          <p:cNvSpPr/>
          <p:nvPr/>
        </p:nvSpPr>
        <p:spPr>
          <a:xfrm>
            <a:off x="7001188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D02266B-2976-DEB2-224F-32AA431A5404}"/>
              </a:ext>
            </a:extLst>
          </p:cNvPr>
          <p:cNvSpPr/>
          <p:nvPr/>
        </p:nvSpPr>
        <p:spPr>
          <a:xfrm>
            <a:off x="7487659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C08D2DB-11A7-6C2F-8D5A-0B452B0EFAB3}"/>
              </a:ext>
            </a:extLst>
          </p:cNvPr>
          <p:cNvSpPr/>
          <p:nvPr/>
        </p:nvSpPr>
        <p:spPr>
          <a:xfrm>
            <a:off x="7974130" y="531532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46B05CA-D7A6-7ED0-ECA4-B7BD77A7C6FD}"/>
              </a:ext>
            </a:extLst>
          </p:cNvPr>
          <p:cNvSpPr/>
          <p:nvPr/>
        </p:nvSpPr>
        <p:spPr>
          <a:xfrm>
            <a:off x="6514717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79830A8-6597-F12E-CB7F-641C5115847D}"/>
              </a:ext>
            </a:extLst>
          </p:cNvPr>
          <p:cNvSpPr/>
          <p:nvPr/>
        </p:nvSpPr>
        <p:spPr>
          <a:xfrm>
            <a:off x="7001188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6B566CF-C52B-F92F-C39C-D9A901CD545F}"/>
              </a:ext>
            </a:extLst>
          </p:cNvPr>
          <p:cNvSpPr/>
          <p:nvPr/>
        </p:nvSpPr>
        <p:spPr>
          <a:xfrm>
            <a:off x="7487659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B220BD7-FE4B-7A79-1E95-9EAFD12E999F}"/>
              </a:ext>
            </a:extLst>
          </p:cNvPr>
          <p:cNvSpPr/>
          <p:nvPr/>
        </p:nvSpPr>
        <p:spPr>
          <a:xfrm>
            <a:off x="7974130" y="580583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C1230DB-C636-8CF9-45B9-A5828CDBCBCF}"/>
              </a:ext>
            </a:extLst>
          </p:cNvPr>
          <p:cNvSpPr/>
          <p:nvPr/>
        </p:nvSpPr>
        <p:spPr>
          <a:xfrm>
            <a:off x="6514717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029BE42-C758-AFDE-F9FA-BE4B145323AF}"/>
              </a:ext>
            </a:extLst>
          </p:cNvPr>
          <p:cNvSpPr/>
          <p:nvPr/>
        </p:nvSpPr>
        <p:spPr>
          <a:xfrm>
            <a:off x="7001188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546F0D5-779C-1AD6-1356-045A9061E23F}"/>
              </a:ext>
            </a:extLst>
          </p:cNvPr>
          <p:cNvSpPr/>
          <p:nvPr/>
        </p:nvSpPr>
        <p:spPr>
          <a:xfrm>
            <a:off x="7487659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7FBB820-F30B-FF82-7224-69F6CCDEDECC}"/>
              </a:ext>
            </a:extLst>
          </p:cNvPr>
          <p:cNvSpPr/>
          <p:nvPr/>
        </p:nvSpPr>
        <p:spPr>
          <a:xfrm>
            <a:off x="7974130" y="629634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0EB89AF-0512-7594-2D87-763A45AB5157}"/>
              </a:ext>
            </a:extLst>
          </p:cNvPr>
          <p:cNvGrpSpPr/>
          <p:nvPr/>
        </p:nvGrpSpPr>
        <p:grpSpPr>
          <a:xfrm>
            <a:off x="1014318" y="508673"/>
            <a:ext cx="981012" cy="981012"/>
            <a:chOff x="1192959" y="2938494"/>
            <a:chExt cx="981012" cy="981012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444B9F8-9951-67D3-B3C7-FCBD6224BABB}"/>
                </a:ext>
              </a:extLst>
            </p:cNvPr>
            <p:cNvSpPr/>
            <p:nvPr/>
          </p:nvSpPr>
          <p:spPr>
            <a:xfrm>
              <a:off x="1192959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9DE7F847-B786-0713-8D51-C5ACC86293B8}"/>
                </a:ext>
              </a:extLst>
            </p:cNvPr>
            <p:cNvSpPr/>
            <p:nvPr/>
          </p:nvSpPr>
          <p:spPr>
            <a:xfrm>
              <a:off x="1683465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F688B39-8AC6-4EFB-07F8-863F9607967B}"/>
                </a:ext>
              </a:extLst>
            </p:cNvPr>
            <p:cNvSpPr/>
            <p:nvPr/>
          </p:nvSpPr>
          <p:spPr>
            <a:xfrm>
              <a:off x="1192959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B752172-73E4-53EA-4B40-B110D9F3B113}"/>
                </a:ext>
              </a:extLst>
            </p:cNvPr>
            <p:cNvSpPr/>
            <p:nvPr/>
          </p:nvSpPr>
          <p:spPr>
            <a:xfrm>
              <a:off x="1683465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BB0846C-B8F7-B401-88D0-417D9DADE903}"/>
              </a:ext>
            </a:extLst>
          </p:cNvPr>
          <p:cNvSpPr/>
          <p:nvPr/>
        </p:nvSpPr>
        <p:spPr>
          <a:xfrm>
            <a:off x="9442880" y="52805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310A656-28AF-4C10-F85A-93F12A3D61DF}"/>
              </a:ext>
            </a:extLst>
          </p:cNvPr>
          <p:cNvSpPr/>
          <p:nvPr/>
        </p:nvSpPr>
        <p:spPr>
          <a:xfrm>
            <a:off x="9442880" y="479000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C2E7C9-4611-8437-DB27-EC47970C6956}"/>
              </a:ext>
            </a:extLst>
          </p:cNvPr>
          <p:cNvSpPr/>
          <p:nvPr/>
        </p:nvSpPr>
        <p:spPr>
          <a:xfrm>
            <a:off x="9442880" y="380899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C3BB2FC-807C-520C-8AC9-F969C96CEE53}"/>
              </a:ext>
            </a:extLst>
          </p:cNvPr>
          <p:cNvSpPr/>
          <p:nvPr/>
        </p:nvSpPr>
        <p:spPr>
          <a:xfrm>
            <a:off x="9442880" y="429949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DCE32E-E51A-0253-EC5F-A2A324517494}"/>
              </a:ext>
            </a:extLst>
          </p:cNvPr>
          <p:cNvSpPr txBox="1"/>
          <p:nvPr/>
        </p:nvSpPr>
        <p:spPr>
          <a:xfrm>
            <a:off x="8790893" y="438989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27E4B8-CE68-E525-5338-1B9FF128508D}"/>
              </a:ext>
            </a:extLst>
          </p:cNvPr>
          <p:cNvSpPr txBox="1"/>
          <p:nvPr/>
        </p:nvSpPr>
        <p:spPr>
          <a:xfrm>
            <a:off x="7683246" y="195661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(9,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2000">
                <a:latin typeface="Consolas" panose="020B0609020204030204" pitchFamily="49" charset="0"/>
              </a:rPr>
              <a:t>)(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2000">
                <a:latin typeface="Consolas" panose="020B0609020204030204" pitchFamily="49" charset="0"/>
              </a:rPr>
              <a:t>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9C13AC-84C5-1819-8408-4717F83D8927}"/>
              </a:ext>
            </a:extLst>
          </p:cNvPr>
          <p:cNvSpPr txBox="1"/>
          <p:nvPr/>
        </p:nvSpPr>
        <p:spPr>
          <a:xfrm>
            <a:off x="8275254" y="7304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77DC28-768D-2B53-67EF-AD969F284D40}"/>
              </a:ext>
            </a:extLst>
          </p:cNvPr>
          <p:cNvSpPr txBox="1"/>
          <p:nvPr/>
        </p:nvSpPr>
        <p:spPr>
          <a:xfrm>
            <a:off x="9167450" y="6720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col_W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32BE81-8D0F-C893-F0C6-BD9416FF6CBD}"/>
              </a:ext>
            </a:extLst>
          </p:cNvPr>
          <p:cNvSpPr txBox="1"/>
          <p:nvPr/>
        </p:nvSpPr>
        <p:spPr>
          <a:xfrm>
            <a:off x="8841720" y="144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4576A8D-3F7F-A11D-BDA2-4023286668AD}"/>
              </a:ext>
            </a:extLst>
          </p:cNvPr>
          <p:cNvSpPr txBox="1"/>
          <p:nvPr/>
        </p:nvSpPr>
        <p:spPr>
          <a:xfrm>
            <a:off x="9195008" y="957986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DFF48F-7DFE-0916-093B-0E80DED2A95C}"/>
              </a:ext>
            </a:extLst>
          </p:cNvPr>
          <p:cNvSpPr txBox="1"/>
          <p:nvPr/>
        </p:nvSpPr>
        <p:spPr>
          <a:xfrm>
            <a:off x="10228269" y="98744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B97260-AD83-5C8E-EC80-E8EE4AE8B9CB}"/>
              </a:ext>
            </a:extLst>
          </p:cNvPr>
          <p:cNvSpPr txBox="1"/>
          <p:nvPr/>
        </p:nvSpPr>
        <p:spPr>
          <a:xfrm>
            <a:off x="9985597" y="88620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95F0751-73DB-F4F8-7680-D0C65F4BBFAC}"/>
              </a:ext>
            </a:extLst>
          </p:cNvPr>
          <p:cNvSpPr txBox="1"/>
          <p:nvPr/>
        </p:nvSpPr>
        <p:spPr>
          <a:xfrm>
            <a:off x="8676944" y="55012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C846B7-C5D2-4AA6-39F5-AB45DB1E5EE3}"/>
              </a:ext>
            </a:extLst>
          </p:cNvPr>
          <p:cNvSpPr txBox="1"/>
          <p:nvPr/>
        </p:nvSpPr>
        <p:spPr>
          <a:xfrm>
            <a:off x="8237040" y="94717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dw =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2966A2-14BA-FCCD-6432-54C723BB38C1}"/>
              </a:ext>
            </a:extLst>
          </p:cNvPr>
          <p:cNvSpPr txBox="1"/>
          <p:nvPr/>
        </p:nvSpPr>
        <p:spPr>
          <a:xfrm>
            <a:off x="9233222" y="145648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99CB80-92A8-B552-DC40-77451821DD97}"/>
              </a:ext>
            </a:extLst>
          </p:cNvPr>
          <p:cNvSpPr txBox="1"/>
          <p:nvPr/>
        </p:nvSpPr>
        <p:spPr>
          <a:xfrm>
            <a:off x="10266483" y="148593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col_W.T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367C744-6D82-3E14-EDDC-EE74B02E8546}"/>
              </a:ext>
            </a:extLst>
          </p:cNvPr>
          <p:cNvSpPr txBox="1"/>
          <p:nvPr/>
        </p:nvSpPr>
        <p:spPr>
          <a:xfrm>
            <a:off x="9940753" y="143314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F3A48DC-254E-6F35-5730-EC5CBC17F8CC}"/>
              </a:ext>
            </a:extLst>
          </p:cNvPr>
          <p:cNvSpPr txBox="1"/>
          <p:nvPr/>
        </p:nvSpPr>
        <p:spPr>
          <a:xfrm>
            <a:off x="8275254" y="1445673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dcol =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180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36D5CB-417F-BAFF-D16A-F48453170195}"/>
              </a:ext>
            </a:extLst>
          </p:cNvPr>
          <p:cNvSpPr txBox="1"/>
          <p:nvPr/>
        </p:nvSpPr>
        <p:spPr>
          <a:xfrm>
            <a:off x="633249" y="4717335"/>
            <a:ext cx="1104661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    for y in range(out_h):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y_max = y + stride*filter_h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for x in range(out_w):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x_max = x + stride* filter _w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col[:, :, y, x, :, :] = img[:, :, y:y_max:stride, x:x_max:stride]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243010-79AE-D450-6969-5363B6E248D3}"/>
              </a:ext>
            </a:extLst>
          </p:cNvPr>
          <p:cNvSpPr/>
          <p:nvPr/>
        </p:nvSpPr>
        <p:spPr>
          <a:xfrm>
            <a:off x="7817817" y="4238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8049DE-7BDD-EB2A-0899-5BDF1F0625DC}"/>
              </a:ext>
            </a:extLst>
          </p:cNvPr>
          <p:cNvSpPr/>
          <p:nvPr/>
        </p:nvSpPr>
        <p:spPr>
          <a:xfrm>
            <a:off x="8308323" y="4238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34DF16-B47C-E176-003E-A038AA6A9495}"/>
              </a:ext>
            </a:extLst>
          </p:cNvPr>
          <p:cNvSpPr/>
          <p:nvPr/>
        </p:nvSpPr>
        <p:spPr>
          <a:xfrm>
            <a:off x="8798829" y="4238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7BD0E8-EF83-86AA-185C-207A933D3266}"/>
              </a:ext>
            </a:extLst>
          </p:cNvPr>
          <p:cNvSpPr/>
          <p:nvPr/>
        </p:nvSpPr>
        <p:spPr>
          <a:xfrm>
            <a:off x="9289335" y="4238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AF5135-4904-A265-DBC0-98EFCC5CB78D}"/>
              </a:ext>
            </a:extLst>
          </p:cNvPr>
          <p:cNvSpPr/>
          <p:nvPr/>
        </p:nvSpPr>
        <p:spPr>
          <a:xfrm>
            <a:off x="7817817" y="9144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03601E-2892-E480-AC83-5E275BF32D31}"/>
              </a:ext>
            </a:extLst>
          </p:cNvPr>
          <p:cNvSpPr/>
          <p:nvPr/>
        </p:nvSpPr>
        <p:spPr>
          <a:xfrm>
            <a:off x="8308323" y="914401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4FAB06-3480-C751-34AF-69E54AE07695}"/>
              </a:ext>
            </a:extLst>
          </p:cNvPr>
          <p:cNvSpPr/>
          <p:nvPr/>
        </p:nvSpPr>
        <p:spPr>
          <a:xfrm>
            <a:off x="8798829" y="914401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ABE139-8077-43E8-4518-57F7F7069E38}"/>
              </a:ext>
            </a:extLst>
          </p:cNvPr>
          <p:cNvSpPr/>
          <p:nvPr/>
        </p:nvSpPr>
        <p:spPr>
          <a:xfrm>
            <a:off x="9289335" y="9144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2DD1AF-7A42-F89F-5165-36BF75B2BB4B}"/>
              </a:ext>
            </a:extLst>
          </p:cNvPr>
          <p:cNvSpPr/>
          <p:nvPr/>
        </p:nvSpPr>
        <p:spPr>
          <a:xfrm>
            <a:off x="7817817" y="14049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EA17B8-3D14-E137-04E3-B3A5CDE55E51}"/>
              </a:ext>
            </a:extLst>
          </p:cNvPr>
          <p:cNvSpPr/>
          <p:nvPr/>
        </p:nvSpPr>
        <p:spPr>
          <a:xfrm>
            <a:off x="8308323" y="1404907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AC7E62-94AA-3023-CB91-DFC0760479EF}"/>
              </a:ext>
            </a:extLst>
          </p:cNvPr>
          <p:cNvSpPr/>
          <p:nvPr/>
        </p:nvSpPr>
        <p:spPr>
          <a:xfrm>
            <a:off x="8798829" y="1404907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57B4B7-245B-0F1C-97D0-68536BC7BD8A}"/>
              </a:ext>
            </a:extLst>
          </p:cNvPr>
          <p:cNvSpPr/>
          <p:nvPr/>
        </p:nvSpPr>
        <p:spPr>
          <a:xfrm>
            <a:off x="9289335" y="14049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3BF2F9-CA5A-3BA7-EE6E-4072FAC6AE3E}"/>
              </a:ext>
            </a:extLst>
          </p:cNvPr>
          <p:cNvSpPr/>
          <p:nvPr/>
        </p:nvSpPr>
        <p:spPr>
          <a:xfrm>
            <a:off x="7817817" y="18954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C7D3FB-F100-9D00-FA15-2396CFCBC115}"/>
              </a:ext>
            </a:extLst>
          </p:cNvPr>
          <p:cNvSpPr/>
          <p:nvPr/>
        </p:nvSpPr>
        <p:spPr>
          <a:xfrm>
            <a:off x="8308323" y="18954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347E45-449F-5791-A7A3-4739C4DF7CE3}"/>
              </a:ext>
            </a:extLst>
          </p:cNvPr>
          <p:cNvSpPr/>
          <p:nvPr/>
        </p:nvSpPr>
        <p:spPr>
          <a:xfrm>
            <a:off x="8798829" y="18954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3802C2-4538-F81B-95EF-48ABBFF3E770}"/>
              </a:ext>
            </a:extLst>
          </p:cNvPr>
          <p:cNvSpPr/>
          <p:nvPr/>
        </p:nvSpPr>
        <p:spPr>
          <a:xfrm>
            <a:off x="9289335" y="18954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3FB2BC5-29A2-DDBB-3547-BDA42D5C9C2C}"/>
              </a:ext>
            </a:extLst>
          </p:cNvPr>
          <p:cNvGrpSpPr/>
          <p:nvPr/>
        </p:nvGrpSpPr>
        <p:grpSpPr>
          <a:xfrm>
            <a:off x="7817817" y="423895"/>
            <a:ext cx="981012" cy="981012"/>
            <a:chOff x="1192959" y="2938494"/>
            <a:chExt cx="981012" cy="98101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D5BC397-8848-CB37-5147-C198992AFDAC}"/>
                </a:ext>
              </a:extLst>
            </p:cNvPr>
            <p:cNvSpPr/>
            <p:nvPr/>
          </p:nvSpPr>
          <p:spPr>
            <a:xfrm>
              <a:off x="1192959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5800B26-C822-3C77-7ECB-33E5F7C140DB}"/>
                </a:ext>
              </a:extLst>
            </p:cNvPr>
            <p:cNvSpPr/>
            <p:nvPr/>
          </p:nvSpPr>
          <p:spPr>
            <a:xfrm>
              <a:off x="1683465" y="2938494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A5A8C1C-9C70-BDD0-AB42-A7188D6324DC}"/>
                </a:ext>
              </a:extLst>
            </p:cNvPr>
            <p:cNvSpPr/>
            <p:nvPr/>
          </p:nvSpPr>
          <p:spPr>
            <a:xfrm>
              <a:off x="1192959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0479A70-7435-1C12-D2CB-1CA64EFEA388}"/>
                </a:ext>
              </a:extLst>
            </p:cNvPr>
            <p:cNvSpPr/>
            <p:nvPr/>
          </p:nvSpPr>
          <p:spPr>
            <a:xfrm>
              <a:off x="1683465" y="3429000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ABD2A2-5C66-3DEF-0B0C-FDD83EDDAB30}"/>
              </a:ext>
            </a:extLst>
          </p:cNvPr>
          <p:cNvSpPr/>
          <p:nvPr/>
        </p:nvSpPr>
        <p:spPr>
          <a:xfrm>
            <a:off x="2499835" y="17864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3D77AA-ABBE-3552-E80C-1E65F64EF843}"/>
              </a:ext>
            </a:extLst>
          </p:cNvPr>
          <p:cNvSpPr/>
          <p:nvPr/>
        </p:nvSpPr>
        <p:spPr>
          <a:xfrm>
            <a:off x="2986306" y="178642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268A58-AA18-C158-955D-5F8E473A2E9B}"/>
              </a:ext>
            </a:extLst>
          </p:cNvPr>
          <p:cNvSpPr/>
          <p:nvPr/>
        </p:nvSpPr>
        <p:spPr>
          <a:xfrm>
            <a:off x="3472777" y="17864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F205E86-1B9B-C2C2-5663-1D4926AE41FF}"/>
              </a:ext>
            </a:extLst>
          </p:cNvPr>
          <p:cNvSpPr/>
          <p:nvPr/>
        </p:nvSpPr>
        <p:spPr>
          <a:xfrm>
            <a:off x="3959248" y="178642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517CD6-BB28-A3A4-6476-EE13D7BA9BDB}"/>
              </a:ext>
            </a:extLst>
          </p:cNvPr>
          <p:cNvSpPr/>
          <p:nvPr/>
        </p:nvSpPr>
        <p:spPr>
          <a:xfrm>
            <a:off x="2499835" y="669148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639BEE-7623-4884-A236-407497AF8232}"/>
              </a:ext>
            </a:extLst>
          </p:cNvPr>
          <p:cNvSpPr/>
          <p:nvPr/>
        </p:nvSpPr>
        <p:spPr>
          <a:xfrm>
            <a:off x="2986306" y="66914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A61275-1C75-07D3-C468-36AD4DD28D52}"/>
              </a:ext>
            </a:extLst>
          </p:cNvPr>
          <p:cNvSpPr/>
          <p:nvPr/>
        </p:nvSpPr>
        <p:spPr>
          <a:xfrm>
            <a:off x="3472777" y="669148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A5BC2DC-E8E9-F9B5-E4EE-4480FFE59163}"/>
              </a:ext>
            </a:extLst>
          </p:cNvPr>
          <p:cNvSpPr/>
          <p:nvPr/>
        </p:nvSpPr>
        <p:spPr>
          <a:xfrm>
            <a:off x="3959248" y="66914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AA6C274-C142-3EA1-1314-7A7BC30CEF8B}"/>
              </a:ext>
            </a:extLst>
          </p:cNvPr>
          <p:cNvSpPr/>
          <p:nvPr/>
        </p:nvSpPr>
        <p:spPr>
          <a:xfrm>
            <a:off x="2499835" y="115965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241503-8623-DD96-A824-B2AE0600CE5B}"/>
              </a:ext>
            </a:extLst>
          </p:cNvPr>
          <p:cNvSpPr/>
          <p:nvPr/>
        </p:nvSpPr>
        <p:spPr>
          <a:xfrm>
            <a:off x="2986306" y="115965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5F990CD-631A-E744-6A18-1CB09E2D627F}"/>
              </a:ext>
            </a:extLst>
          </p:cNvPr>
          <p:cNvSpPr/>
          <p:nvPr/>
        </p:nvSpPr>
        <p:spPr>
          <a:xfrm>
            <a:off x="3472777" y="115965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9F5C88F-13ED-CDD1-7531-2DE19440D570}"/>
              </a:ext>
            </a:extLst>
          </p:cNvPr>
          <p:cNvSpPr/>
          <p:nvPr/>
        </p:nvSpPr>
        <p:spPr>
          <a:xfrm>
            <a:off x="3959248" y="115965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E12207-E387-5FB8-4648-158A5307C4EF}"/>
              </a:ext>
            </a:extLst>
          </p:cNvPr>
          <p:cNvSpPr/>
          <p:nvPr/>
        </p:nvSpPr>
        <p:spPr>
          <a:xfrm>
            <a:off x="2499835" y="165016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BFB718-0676-5A78-712E-57742456F2AB}"/>
              </a:ext>
            </a:extLst>
          </p:cNvPr>
          <p:cNvSpPr/>
          <p:nvPr/>
        </p:nvSpPr>
        <p:spPr>
          <a:xfrm>
            <a:off x="2986306" y="165016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8B370A-7F98-AC15-FE5C-9D2B76A3ABFD}"/>
              </a:ext>
            </a:extLst>
          </p:cNvPr>
          <p:cNvSpPr/>
          <p:nvPr/>
        </p:nvSpPr>
        <p:spPr>
          <a:xfrm>
            <a:off x="3472777" y="165016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F0ED0C1-2636-1A1A-821D-F1BB1975AA0B}"/>
              </a:ext>
            </a:extLst>
          </p:cNvPr>
          <p:cNvSpPr/>
          <p:nvPr/>
        </p:nvSpPr>
        <p:spPr>
          <a:xfrm>
            <a:off x="3959248" y="165016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E326046-11A5-1D52-D33D-D0455924D694}"/>
              </a:ext>
            </a:extLst>
          </p:cNvPr>
          <p:cNvSpPr/>
          <p:nvPr/>
        </p:nvSpPr>
        <p:spPr>
          <a:xfrm>
            <a:off x="2499835" y="214066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1FFD86-9314-545F-5308-93EE1D2CFF06}"/>
              </a:ext>
            </a:extLst>
          </p:cNvPr>
          <p:cNvSpPr/>
          <p:nvPr/>
        </p:nvSpPr>
        <p:spPr>
          <a:xfrm>
            <a:off x="2986306" y="214066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DF3E4AE-B498-B8BC-EDDD-5AC906767C7F}"/>
              </a:ext>
            </a:extLst>
          </p:cNvPr>
          <p:cNvSpPr/>
          <p:nvPr/>
        </p:nvSpPr>
        <p:spPr>
          <a:xfrm>
            <a:off x="3472777" y="214066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DD054BC-A75F-E8F2-4179-D925876EB203}"/>
              </a:ext>
            </a:extLst>
          </p:cNvPr>
          <p:cNvSpPr/>
          <p:nvPr/>
        </p:nvSpPr>
        <p:spPr>
          <a:xfrm>
            <a:off x="3959248" y="214066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3190ED-F6C6-3B68-25C0-0BE6D27ADBC0}"/>
              </a:ext>
            </a:extLst>
          </p:cNvPr>
          <p:cNvSpPr/>
          <p:nvPr/>
        </p:nvSpPr>
        <p:spPr>
          <a:xfrm>
            <a:off x="2499835" y="263117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01E4212-DC14-CC6C-46AE-C22DB55D5420}"/>
              </a:ext>
            </a:extLst>
          </p:cNvPr>
          <p:cNvSpPr/>
          <p:nvPr/>
        </p:nvSpPr>
        <p:spPr>
          <a:xfrm>
            <a:off x="2986306" y="263117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79A5B2-F118-5DC1-274C-48FC5A462380}"/>
              </a:ext>
            </a:extLst>
          </p:cNvPr>
          <p:cNvSpPr/>
          <p:nvPr/>
        </p:nvSpPr>
        <p:spPr>
          <a:xfrm>
            <a:off x="3472777" y="263117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23D3FDC-99A2-F2FA-196A-FB3299FAD35E}"/>
              </a:ext>
            </a:extLst>
          </p:cNvPr>
          <p:cNvSpPr/>
          <p:nvPr/>
        </p:nvSpPr>
        <p:spPr>
          <a:xfrm>
            <a:off x="3959248" y="263117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380A532-7BF5-544A-1C9C-7F014C200123}"/>
              </a:ext>
            </a:extLst>
          </p:cNvPr>
          <p:cNvSpPr/>
          <p:nvPr/>
        </p:nvSpPr>
        <p:spPr>
          <a:xfrm>
            <a:off x="2499835" y="312167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90BFD6-375C-CE41-584B-29350CFEFA0E}"/>
              </a:ext>
            </a:extLst>
          </p:cNvPr>
          <p:cNvSpPr/>
          <p:nvPr/>
        </p:nvSpPr>
        <p:spPr>
          <a:xfrm>
            <a:off x="2986306" y="312167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D5D571D-9C2A-9C99-C9C5-80C24D76E09F}"/>
              </a:ext>
            </a:extLst>
          </p:cNvPr>
          <p:cNvSpPr/>
          <p:nvPr/>
        </p:nvSpPr>
        <p:spPr>
          <a:xfrm>
            <a:off x="3472777" y="312167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1E53D6-5B27-5A8C-8281-B53FC0AD6F6A}"/>
              </a:ext>
            </a:extLst>
          </p:cNvPr>
          <p:cNvSpPr/>
          <p:nvPr/>
        </p:nvSpPr>
        <p:spPr>
          <a:xfrm>
            <a:off x="3959248" y="312167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6083A12-F2BA-F782-C2B5-7B942495DC8B}"/>
              </a:ext>
            </a:extLst>
          </p:cNvPr>
          <p:cNvSpPr/>
          <p:nvPr/>
        </p:nvSpPr>
        <p:spPr>
          <a:xfrm>
            <a:off x="2499835" y="361218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9C803E-B7AE-B45C-0155-0E2AE4C19C9C}"/>
              </a:ext>
            </a:extLst>
          </p:cNvPr>
          <p:cNvSpPr/>
          <p:nvPr/>
        </p:nvSpPr>
        <p:spPr>
          <a:xfrm>
            <a:off x="2986306" y="361218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7DDBCB-F354-0D15-7B5B-30A41EFDD895}"/>
              </a:ext>
            </a:extLst>
          </p:cNvPr>
          <p:cNvSpPr/>
          <p:nvPr/>
        </p:nvSpPr>
        <p:spPr>
          <a:xfrm>
            <a:off x="3472777" y="361218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F666491-D14A-296D-15F8-8581C5632D6D}"/>
              </a:ext>
            </a:extLst>
          </p:cNvPr>
          <p:cNvSpPr/>
          <p:nvPr/>
        </p:nvSpPr>
        <p:spPr>
          <a:xfrm>
            <a:off x="3959248" y="361218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D88CEA4-6ED9-ECF9-33C1-E6B892C3D21E}"/>
              </a:ext>
            </a:extLst>
          </p:cNvPr>
          <p:cNvSpPr/>
          <p:nvPr/>
        </p:nvSpPr>
        <p:spPr>
          <a:xfrm>
            <a:off x="2499835" y="41026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0411B44-7CCF-3749-B613-CDEB6D4F0E6A}"/>
              </a:ext>
            </a:extLst>
          </p:cNvPr>
          <p:cNvSpPr/>
          <p:nvPr/>
        </p:nvSpPr>
        <p:spPr>
          <a:xfrm>
            <a:off x="2986306" y="41026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15CEAAA-5F97-9B9E-2991-E99333853786}"/>
              </a:ext>
            </a:extLst>
          </p:cNvPr>
          <p:cNvSpPr/>
          <p:nvPr/>
        </p:nvSpPr>
        <p:spPr>
          <a:xfrm>
            <a:off x="3472777" y="41026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C7DC656-0D3F-A582-B605-3F6219316A7C}"/>
              </a:ext>
            </a:extLst>
          </p:cNvPr>
          <p:cNvSpPr/>
          <p:nvPr/>
        </p:nvSpPr>
        <p:spPr>
          <a:xfrm>
            <a:off x="3959248" y="41026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164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36D5CB-417F-BAFF-D16A-F48453170195}"/>
              </a:ext>
            </a:extLst>
          </p:cNvPr>
          <p:cNvSpPr txBox="1"/>
          <p:nvPr/>
        </p:nvSpPr>
        <p:spPr>
          <a:xfrm>
            <a:off x="461482" y="4072569"/>
            <a:ext cx="11059438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    for y in range(filter_h):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y_max = y + stride*out_h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for x in range(filter_w):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x_max = x + stride*out_w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col[:, :, y, x, :, :] = img[:, :, y:y_max:stride, x:x_max:stride]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col = col.transpose(0, 4, 5, 1, 2, 3).reshape(N*out_h*out_w, -1)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243010-79AE-D450-6969-5363B6E248D3}"/>
              </a:ext>
            </a:extLst>
          </p:cNvPr>
          <p:cNvSpPr/>
          <p:nvPr/>
        </p:nvSpPr>
        <p:spPr>
          <a:xfrm>
            <a:off x="7817817" y="4238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8049DE-7BDD-EB2A-0899-5BDF1F0625DC}"/>
              </a:ext>
            </a:extLst>
          </p:cNvPr>
          <p:cNvSpPr/>
          <p:nvPr/>
        </p:nvSpPr>
        <p:spPr>
          <a:xfrm>
            <a:off x="8308323" y="4238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34DF16-B47C-E176-003E-A038AA6A9495}"/>
              </a:ext>
            </a:extLst>
          </p:cNvPr>
          <p:cNvSpPr/>
          <p:nvPr/>
        </p:nvSpPr>
        <p:spPr>
          <a:xfrm>
            <a:off x="8798829" y="4238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7BD0E8-EF83-86AA-185C-207A933D3266}"/>
              </a:ext>
            </a:extLst>
          </p:cNvPr>
          <p:cNvSpPr/>
          <p:nvPr/>
        </p:nvSpPr>
        <p:spPr>
          <a:xfrm>
            <a:off x="9289335" y="4238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AF5135-4904-A265-DBC0-98EFCC5CB78D}"/>
              </a:ext>
            </a:extLst>
          </p:cNvPr>
          <p:cNvSpPr/>
          <p:nvPr/>
        </p:nvSpPr>
        <p:spPr>
          <a:xfrm>
            <a:off x="7817817" y="9144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03601E-2892-E480-AC83-5E275BF32D31}"/>
              </a:ext>
            </a:extLst>
          </p:cNvPr>
          <p:cNvSpPr/>
          <p:nvPr/>
        </p:nvSpPr>
        <p:spPr>
          <a:xfrm>
            <a:off x="8308323" y="914401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4FAB06-3480-C751-34AF-69E54AE07695}"/>
              </a:ext>
            </a:extLst>
          </p:cNvPr>
          <p:cNvSpPr/>
          <p:nvPr/>
        </p:nvSpPr>
        <p:spPr>
          <a:xfrm>
            <a:off x="8798829" y="914401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ABE139-8077-43E8-4518-57F7F7069E38}"/>
              </a:ext>
            </a:extLst>
          </p:cNvPr>
          <p:cNvSpPr/>
          <p:nvPr/>
        </p:nvSpPr>
        <p:spPr>
          <a:xfrm>
            <a:off x="9289335" y="9144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2DD1AF-7A42-F89F-5165-36BF75B2BB4B}"/>
              </a:ext>
            </a:extLst>
          </p:cNvPr>
          <p:cNvSpPr/>
          <p:nvPr/>
        </p:nvSpPr>
        <p:spPr>
          <a:xfrm>
            <a:off x="7817817" y="14049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EA17B8-3D14-E137-04E3-B3A5CDE55E51}"/>
              </a:ext>
            </a:extLst>
          </p:cNvPr>
          <p:cNvSpPr/>
          <p:nvPr/>
        </p:nvSpPr>
        <p:spPr>
          <a:xfrm>
            <a:off x="8308323" y="1404907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AC7E62-94AA-3023-CB91-DFC0760479EF}"/>
              </a:ext>
            </a:extLst>
          </p:cNvPr>
          <p:cNvSpPr/>
          <p:nvPr/>
        </p:nvSpPr>
        <p:spPr>
          <a:xfrm>
            <a:off x="8798829" y="1404907"/>
            <a:ext cx="490506" cy="49050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57B4B7-245B-0F1C-97D0-68536BC7BD8A}"/>
              </a:ext>
            </a:extLst>
          </p:cNvPr>
          <p:cNvSpPr/>
          <p:nvPr/>
        </p:nvSpPr>
        <p:spPr>
          <a:xfrm>
            <a:off x="9289335" y="14049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3BF2F9-CA5A-3BA7-EE6E-4072FAC6AE3E}"/>
              </a:ext>
            </a:extLst>
          </p:cNvPr>
          <p:cNvSpPr/>
          <p:nvPr/>
        </p:nvSpPr>
        <p:spPr>
          <a:xfrm>
            <a:off x="7817817" y="18954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C7D3FB-F100-9D00-FA15-2396CFCBC115}"/>
              </a:ext>
            </a:extLst>
          </p:cNvPr>
          <p:cNvSpPr/>
          <p:nvPr/>
        </p:nvSpPr>
        <p:spPr>
          <a:xfrm>
            <a:off x="8308323" y="18954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347E45-449F-5791-A7A3-4739C4DF7CE3}"/>
              </a:ext>
            </a:extLst>
          </p:cNvPr>
          <p:cNvSpPr/>
          <p:nvPr/>
        </p:nvSpPr>
        <p:spPr>
          <a:xfrm>
            <a:off x="8798829" y="18954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3802C2-4538-F81B-95EF-48ABBFF3E770}"/>
              </a:ext>
            </a:extLst>
          </p:cNvPr>
          <p:cNvSpPr/>
          <p:nvPr/>
        </p:nvSpPr>
        <p:spPr>
          <a:xfrm>
            <a:off x="9289335" y="18954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0DB3B64-907C-65D1-42E9-6524588DE32F}"/>
              </a:ext>
            </a:extLst>
          </p:cNvPr>
          <p:cNvGrpSpPr/>
          <p:nvPr/>
        </p:nvGrpSpPr>
        <p:grpSpPr>
          <a:xfrm>
            <a:off x="8290606" y="914402"/>
            <a:ext cx="1471518" cy="1471518"/>
            <a:chOff x="5605494" y="1159653"/>
            <a:chExt cx="1471518" cy="147151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D5BC397-8848-CB37-5147-C198992AFDAC}"/>
                </a:ext>
              </a:extLst>
            </p:cNvPr>
            <p:cNvSpPr/>
            <p:nvPr/>
          </p:nvSpPr>
          <p:spPr>
            <a:xfrm>
              <a:off x="5605494" y="1159653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5800B26-C822-3C77-7ECB-33E5F7C140DB}"/>
                </a:ext>
              </a:extLst>
            </p:cNvPr>
            <p:cNvSpPr/>
            <p:nvPr/>
          </p:nvSpPr>
          <p:spPr>
            <a:xfrm>
              <a:off x="6096000" y="1159653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A5A8C1C-9C70-BDD0-AB42-A7188D6324DC}"/>
                </a:ext>
              </a:extLst>
            </p:cNvPr>
            <p:cNvSpPr/>
            <p:nvPr/>
          </p:nvSpPr>
          <p:spPr>
            <a:xfrm>
              <a:off x="5605494" y="1650159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0479A70-7435-1C12-D2CB-1CA64EFEA388}"/>
                </a:ext>
              </a:extLst>
            </p:cNvPr>
            <p:cNvSpPr/>
            <p:nvPr/>
          </p:nvSpPr>
          <p:spPr>
            <a:xfrm>
              <a:off x="6096000" y="1650159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C9149BF-B20B-CCBF-5994-7126863D392F}"/>
                </a:ext>
              </a:extLst>
            </p:cNvPr>
            <p:cNvSpPr/>
            <p:nvPr/>
          </p:nvSpPr>
          <p:spPr>
            <a:xfrm>
              <a:off x="6586506" y="1159653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11B3F62-0EE6-DF63-4AA3-0241F10062E3}"/>
                </a:ext>
              </a:extLst>
            </p:cNvPr>
            <p:cNvSpPr/>
            <p:nvPr/>
          </p:nvSpPr>
          <p:spPr>
            <a:xfrm>
              <a:off x="6586506" y="1650159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683CC9F-2CE1-07A4-79BB-074099262A67}"/>
                </a:ext>
              </a:extLst>
            </p:cNvPr>
            <p:cNvSpPr/>
            <p:nvPr/>
          </p:nvSpPr>
          <p:spPr>
            <a:xfrm>
              <a:off x="5605494" y="2140665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0483664-7C08-160E-18F3-AEA06A74658B}"/>
                </a:ext>
              </a:extLst>
            </p:cNvPr>
            <p:cNvSpPr/>
            <p:nvPr/>
          </p:nvSpPr>
          <p:spPr>
            <a:xfrm>
              <a:off x="6096000" y="2140665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9E1DCCE-39D2-25FA-E2CD-1CE98BD6711D}"/>
                </a:ext>
              </a:extLst>
            </p:cNvPr>
            <p:cNvSpPr/>
            <p:nvPr/>
          </p:nvSpPr>
          <p:spPr>
            <a:xfrm>
              <a:off x="6586506" y="2140665"/>
              <a:ext cx="490506" cy="4905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19B1402-A784-86C2-1441-D531C08BD1CB}"/>
              </a:ext>
            </a:extLst>
          </p:cNvPr>
          <p:cNvSpPr/>
          <p:nvPr/>
        </p:nvSpPr>
        <p:spPr>
          <a:xfrm>
            <a:off x="1059735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34CE4B9-E46B-C6A3-F59E-FC6424B15A43}"/>
              </a:ext>
            </a:extLst>
          </p:cNvPr>
          <p:cNvSpPr/>
          <p:nvPr/>
        </p:nvSpPr>
        <p:spPr>
          <a:xfrm>
            <a:off x="1550241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E7994AB-8765-3C8B-4EFF-53A4D84F2AE1}"/>
              </a:ext>
            </a:extLst>
          </p:cNvPr>
          <p:cNvSpPr/>
          <p:nvPr/>
        </p:nvSpPr>
        <p:spPr>
          <a:xfrm>
            <a:off x="2040747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B2AB8EC-7AF9-743B-5A33-A07647DA5C5E}"/>
              </a:ext>
            </a:extLst>
          </p:cNvPr>
          <p:cNvSpPr/>
          <p:nvPr/>
        </p:nvSpPr>
        <p:spPr>
          <a:xfrm>
            <a:off x="2531253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119BA30-B902-AEF5-1EBD-AC502F471C74}"/>
              </a:ext>
            </a:extLst>
          </p:cNvPr>
          <p:cNvSpPr/>
          <p:nvPr/>
        </p:nvSpPr>
        <p:spPr>
          <a:xfrm>
            <a:off x="3021759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7BB046A-F6A1-E751-19E8-823A5BEBA666}"/>
              </a:ext>
            </a:extLst>
          </p:cNvPr>
          <p:cNvSpPr/>
          <p:nvPr/>
        </p:nvSpPr>
        <p:spPr>
          <a:xfrm>
            <a:off x="3512265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EDD62A9-0086-DB79-3495-C50D44053DF3}"/>
              </a:ext>
            </a:extLst>
          </p:cNvPr>
          <p:cNvSpPr/>
          <p:nvPr/>
        </p:nvSpPr>
        <p:spPr>
          <a:xfrm>
            <a:off x="4002771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DE6E97A-6BA2-A1ED-D55E-D332D9356137}"/>
              </a:ext>
            </a:extLst>
          </p:cNvPr>
          <p:cNvSpPr/>
          <p:nvPr/>
        </p:nvSpPr>
        <p:spPr>
          <a:xfrm>
            <a:off x="4493277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F75E904-783D-91E9-AA2D-F4109CDEB56A}"/>
              </a:ext>
            </a:extLst>
          </p:cNvPr>
          <p:cNvSpPr/>
          <p:nvPr/>
        </p:nvSpPr>
        <p:spPr>
          <a:xfrm>
            <a:off x="4983783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CD2A670-F608-DC86-5F2C-38495C7BEFB4}"/>
              </a:ext>
            </a:extLst>
          </p:cNvPr>
          <p:cNvSpPr/>
          <p:nvPr/>
        </p:nvSpPr>
        <p:spPr>
          <a:xfrm>
            <a:off x="1059735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2A6FECF-A522-D1E8-F6A7-062807F3BE73}"/>
              </a:ext>
            </a:extLst>
          </p:cNvPr>
          <p:cNvSpPr/>
          <p:nvPr/>
        </p:nvSpPr>
        <p:spPr>
          <a:xfrm>
            <a:off x="1550241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85F7F75-F3C6-DAD1-29CF-E9F585DA366E}"/>
              </a:ext>
            </a:extLst>
          </p:cNvPr>
          <p:cNvSpPr/>
          <p:nvPr/>
        </p:nvSpPr>
        <p:spPr>
          <a:xfrm>
            <a:off x="2040747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2BCD375-D198-06FC-0DBA-62995B2F55A1}"/>
              </a:ext>
            </a:extLst>
          </p:cNvPr>
          <p:cNvSpPr/>
          <p:nvPr/>
        </p:nvSpPr>
        <p:spPr>
          <a:xfrm>
            <a:off x="2531253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1606158-E007-1D53-9E8D-9139DEA8F6A8}"/>
              </a:ext>
            </a:extLst>
          </p:cNvPr>
          <p:cNvSpPr/>
          <p:nvPr/>
        </p:nvSpPr>
        <p:spPr>
          <a:xfrm>
            <a:off x="3021759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D7559E-CF57-3BA4-EF23-3421698D5245}"/>
              </a:ext>
            </a:extLst>
          </p:cNvPr>
          <p:cNvSpPr/>
          <p:nvPr/>
        </p:nvSpPr>
        <p:spPr>
          <a:xfrm>
            <a:off x="3512265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D275AF9-AFA7-5C45-B8F0-681539C565F5}"/>
              </a:ext>
            </a:extLst>
          </p:cNvPr>
          <p:cNvSpPr/>
          <p:nvPr/>
        </p:nvSpPr>
        <p:spPr>
          <a:xfrm>
            <a:off x="4002771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70BD2C-08EF-CCEB-D09F-5DD40B085F27}"/>
              </a:ext>
            </a:extLst>
          </p:cNvPr>
          <p:cNvSpPr/>
          <p:nvPr/>
        </p:nvSpPr>
        <p:spPr>
          <a:xfrm>
            <a:off x="4493277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CD9939B-8751-C488-10CE-341EBE6C50C2}"/>
              </a:ext>
            </a:extLst>
          </p:cNvPr>
          <p:cNvSpPr/>
          <p:nvPr/>
        </p:nvSpPr>
        <p:spPr>
          <a:xfrm>
            <a:off x="4983783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CE76F55-9B05-2789-CC30-7E247C2B1591}"/>
              </a:ext>
            </a:extLst>
          </p:cNvPr>
          <p:cNvSpPr/>
          <p:nvPr/>
        </p:nvSpPr>
        <p:spPr>
          <a:xfrm>
            <a:off x="1059735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6477A96-619C-5F01-F086-B51D71B84690}"/>
              </a:ext>
            </a:extLst>
          </p:cNvPr>
          <p:cNvSpPr/>
          <p:nvPr/>
        </p:nvSpPr>
        <p:spPr>
          <a:xfrm>
            <a:off x="1550241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FBB2EBF-E240-7E1A-5EC9-80863ED3BBDA}"/>
              </a:ext>
            </a:extLst>
          </p:cNvPr>
          <p:cNvSpPr/>
          <p:nvPr/>
        </p:nvSpPr>
        <p:spPr>
          <a:xfrm>
            <a:off x="2040747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1CAA14-81E8-A0CD-F233-7F5112DF88B8}"/>
              </a:ext>
            </a:extLst>
          </p:cNvPr>
          <p:cNvSpPr/>
          <p:nvPr/>
        </p:nvSpPr>
        <p:spPr>
          <a:xfrm>
            <a:off x="2531253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3E42A81-4268-09C9-5DD7-A6ED36964EDF}"/>
              </a:ext>
            </a:extLst>
          </p:cNvPr>
          <p:cNvSpPr/>
          <p:nvPr/>
        </p:nvSpPr>
        <p:spPr>
          <a:xfrm>
            <a:off x="3021759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089AEEA-02E0-E9C0-C151-DC32CE0EADF7}"/>
              </a:ext>
            </a:extLst>
          </p:cNvPr>
          <p:cNvSpPr/>
          <p:nvPr/>
        </p:nvSpPr>
        <p:spPr>
          <a:xfrm>
            <a:off x="3512265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2CA7BFE-7E5F-AFDA-BF36-5951608E68D2}"/>
              </a:ext>
            </a:extLst>
          </p:cNvPr>
          <p:cNvSpPr/>
          <p:nvPr/>
        </p:nvSpPr>
        <p:spPr>
          <a:xfrm>
            <a:off x="4002771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BCF61B0-9735-3A0B-B44E-A51E310F51AB}"/>
              </a:ext>
            </a:extLst>
          </p:cNvPr>
          <p:cNvSpPr/>
          <p:nvPr/>
        </p:nvSpPr>
        <p:spPr>
          <a:xfrm>
            <a:off x="4493277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C8521A4-5CAC-C7E1-4AC1-C436A6A59526}"/>
              </a:ext>
            </a:extLst>
          </p:cNvPr>
          <p:cNvSpPr/>
          <p:nvPr/>
        </p:nvSpPr>
        <p:spPr>
          <a:xfrm>
            <a:off x="4983783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1D39423-AE6B-8CE8-CBFC-B9B608A5D9BA}"/>
              </a:ext>
            </a:extLst>
          </p:cNvPr>
          <p:cNvSpPr/>
          <p:nvPr/>
        </p:nvSpPr>
        <p:spPr>
          <a:xfrm>
            <a:off x="1059735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100A47-5FE9-E3EA-3726-B8F01CC2DE16}"/>
              </a:ext>
            </a:extLst>
          </p:cNvPr>
          <p:cNvSpPr/>
          <p:nvPr/>
        </p:nvSpPr>
        <p:spPr>
          <a:xfrm>
            <a:off x="1550241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A652DDD-8664-DA59-77C4-B27C2DACB076}"/>
              </a:ext>
            </a:extLst>
          </p:cNvPr>
          <p:cNvSpPr/>
          <p:nvPr/>
        </p:nvSpPr>
        <p:spPr>
          <a:xfrm>
            <a:off x="2040747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72C5B80-5A47-7EA2-4BE0-A1FCFA3092CB}"/>
              </a:ext>
            </a:extLst>
          </p:cNvPr>
          <p:cNvSpPr/>
          <p:nvPr/>
        </p:nvSpPr>
        <p:spPr>
          <a:xfrm>
            <a:off x="2531253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50E436E-5FB1-B226-A799-94BCC6B1DB3D}"/>
              </a:ext>
            </a:extLst>
          </p:cNvPr>
          <p:cNvSpPr/>
          <p:nvPr/>
        </p:nvSpPr>
        <p:spPr>
          <a:xfrm>
            <a:off x="3021759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5DA6F54-5FDE-5906-BA58-658EFA1A3708}"/>
              </a:ext>
            </a:extLst>
          </p:cNvPr>
          <p:cNvSpPr/>
          <p:nvPr/>
        </p:nvSpPr>
        <p:spPr>
          <a:xfrm>
            <a:off x="3512265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3B0305C-2ED4-105D-A15A-BE3AA4EB1682}"/>
              </a:ext>
            </a:extLst>
          </p:cNvPr>
          <p:cNvSpPr/>
          <p:nvPr/>
        </p:nvSpPr>
        <p:spPr>
          <a:xfrm>
            <a:off x="4002771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B9414FC-6BB1-9DC9-F839-5B5A9DB12E63}"/>
              </a:ext>
            </a:extLst>
          </p:cNvPr>
          <p:cNvSpPr/>
          <p:nvPr/>
        </p:nvSpPr>
        <p:spPr>
          <a:xfrm>
            <a:off x="4493277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48EBE7A-1352-2B79-F64F-88A4D5264CCA}"/>
              </a:ext>
            </a:extLst>
          </p:cNvPr>
          <p:cNvSpPr/>
          <p:nvPr/>
        </p:nvSpPr>
        <p:spPr>
          <a:xfrm>
            <a:off x="4983783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899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36D5CB-417F-BAFF-D16A-F48453170195}"/>
              </a:ext>
            </a:extLst>
          </p:cNvPr>
          <p:cNvSpPr txBox="1"/>
          <p:nvPr/>
        </p:nvSpPr>
        <p:spPr>
          <a:xfrm>
            <a:off x="461482" y="4072569"/>
            <a:ext cx="11059438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    for y in range(filter_h):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y_max = y + stride*out_h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for x in range(filter_w):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x_max = x + stride*out_w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col[:, :, y, x, :, :] = img[:, :, y:y_max:stride, x:x_max:stride]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col = col.transpose(0, 4, 5, 1, 2, 3).reshape(N*out_h*out_w, -1)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19B1402-A784-86C2-1441-D531C08BD1CB}"/>
              </a:ext>
            </a:extLst>
          </p:cNvPr>
          <p:cNvSpPr/>
          <p:nvPr/>
        </p:nvSpPr>
        <p:spPr>
          <a:xfrm>
            <a:off x="1059735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34CE4B9-E46B-C6A3-F59E-FC6424B15A43}"/>
              </a:ext>
            </a:extLst>
          </p:cNvPr>
          <p:cNvSpPr/>
          <p:nvPr/>
        </p:nvSpPr>
        <p:spPr>
          <a:xfrm>
            <a:off x="1550241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E7994AB-8765-3C8B-4EFF-53A4D84F2AE1}"/>
              </a:ext>
            </a:extLst>
          </p:cNvPr>
          <p:cNvSpPr/>
          <p:nvPr/>
        </p:nvSpPr>
        <p:spPr>
          <a:xfrm>
            <a:off x="2040747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B2AB8EC-7AF9-743B-5A33-A07647DA5C5E}"/>
              </a:ext>
            </a:extLst>
          </p:cNvPr>
          <p:cNvSpPr/>
          <p:nvPr/>
        </p:nvSpPr>
        <p:spPr>
          <a:xfrm>
            <a:off x="2531253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119BA30-B902-AEF5-1EBD-AC502F471C74}"/>
              </a:ext>
            </a:extLst>
          </p:cNvPr>
          <p:cNvSpPr/>
          <p:nvPr/>
        </p:nvSpPr>
        <p:spPr>
          <a:xfrm>
            <a:off x="3021759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7BB046A-F6A1-E751-19E8-823A5BEBA666}"/>
              </a:ext>
            </a:extLst>
          </p:cNvPr>
          <p:cNvSpPr/>
          <p:nvPr/>
        </p:nvSpPr>
        <p:spPr>
          <a:xfrm>
            <a:off x="3512265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EDD62A9-0086-DB79-3495-C50D44053DF3}"/>
              </a:ext>
            </a:extLst>
          </p:cNvPr>
          <p:cNvSpPr/>
          <p:nvPr/>
        </p:nvSpPr>
        <p:spPr>
          <a:xfrm>
            <a:off x="4002771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DE6E97A-6BA2-A1ED-D55E-D332D9356137}"/>
              </a:ext>
            </a:extLst>
          </p:cNvPr>
          <p:cNvSpPr/>
          <p:nvPr/>
        </p:nvSpPr>
        <p:spPr>
          <a:xfrm>
            <a:off x="4493277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F75E904-783D-91E9-AA2D-F4109CDEB56A}"/>
              </a:ext>
            </a:extLst>
          </p:cNvPr>
          <p:cNvSpPr/>
          <p:nvPr/>
        </p:nvSpPr>
        <p:spPr>
          <a:xfrm>
            <a:off x="4983783" y="35593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CD2A670-F608-DC86-5F2C-38495C7BEFB4}"/>
              </a:ext>
            </a:extLst>
          </p:cNvPr>
          <p:cNvSpPr/>
          <p:nvPr/>
        </p:nvSpPr>
        <p:spPr>
          <a:xfrm>
            <a:off x="1059735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2A6FECF-A522-D1E8-F6A7-062807F3BE73}"/>
              </a:ext>
            </a:extLst>
          </p:cNvPr>
          <p:cNvSpPr/>
          <p:nvPr/>
        </p:nvSpPr>
        <p:spPr>
          <a:xfrm>
            <a:off x="1550241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85F7F75-F3C6-DAD1-29CF-E9F585DA366E}"/>
              </a:ext>
            </a:extLst>
          </p:cNvPr>
          <p:cNvSpPr/>
          <p:nvPr/>
        </p:nvSpPr>
        <p:spPr>
          <a:xfrm>
            <a:off x="2040747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2BCD375-D198-06FC-0DBA-62995B2F55A1}"/>
              </a:ext>
            </a:extLst>
          </p:cNvPr>
          <p:cNvSpPr/>
          <p:nvPr/>
        </p:nvSpPr>
        <p:spPr>
          <a:xfrm>
            <a:off x="2531253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1606158-E007-1D53-9E8D-9139DEA8F6A8}"/>
              </a:ext>
            </a:extLst>
          </p:cNvPr>
          <p:cNvSpPr/>
          <p:nvPr/>
        </p:nvSpPr>
        <p:spPr>
          <a:xfrm>
            <a:off x="3021759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D7559E-CF57-3BA4-EF23-3421698D5245}"/>
              </a:ext>
            </a:extLst>
          </p:cNvPr>
          <p:cNvSpPr/>
          <p:nvPr/>
        </p:nvSpPr>
        <p:spPr>
          <a:xfrm>
            <a:off x="3512265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D275AF9-AFA7-5C45-B8F0-681539C565F5}"/>
              </a:ext>
            </a:extLst>
          </p:cNvPr>
          <p:cNvSpPr/>
          <p:nvPr/>
        </p:nvSpPr>
        <p:spPr>
          <a:xfrm>
            <a:off x="4002771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70BD2C-08EF-CCEB-D09F-5DD40B085F27}"/>
              </a:ext>
            </a:extLst>
          </p:cNvPr>
          <p:cNvSpPr/>
          <p:nvPr/>
        </p:nvSpPr>
        <p:spPr>
          <a:xfrm>
            <a:off x="4493277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CD9939B-8751-C488-10CE-341EBE6C50C2}"/>
              </a:ext>
            </a:extLst>
          </p:cNvPr>
          <p:cNvSpPr/>
          <p:nvPr/>
        </p:nvSpPr>
        <p:spPr>
          <a:xfrm>
            <a:off x="4983783" y="84643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CE76F55-9B05-2789-CC30-7E247C2B1591}"/>
              </a:ext>
            </a:extLst>
          </p:cNvPr>
          <p:cNvSpPr/>
          <p:nvPr/>
        </p:nvSpPr>
        <p:spPr>
          <a:xfrm>
            <a:off x="1059735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6477A96-619C-5F01-F086-B51D71B84690}"/>
              </a:ext>
            </a:extLst>
          </p:cNvPr>
          <p:cNvSpPr/>
          <p:nvPr/>
        </p:nvSpPr>
        <p:spPr>
          <a:xfrm>
            <a:off x="1550241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FBB2EBF-E240-7E1A-5EC9-80863ED3BBDA}"/>
              </a:ext>
            </a:extLst>
          </p:cNvPr>
          <p:cNvSpPr/>
          <p:nvPr/>
        </p:nvSpPr>
        <p:spPr>
          <a:xfrm>
            <a:off x="2040747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1CAA14-81E8-A0CD-F233-7F5112DF88B8}"/>
              </a:ext>
            </a:extLst>
          </p:cNvPr>
          <p:cNvSpPr/>
          <p:nvPr/>
        </p:nvSpPr>
        <p:spPr>
          <a:xfrm>
            <a:off x="2531253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3E42A81-4268-09C9-5DD7-A6ED36964EDF}"/>
              </a:ext>
            </a:extLst>
          </p:cNvPr>
          <p:cNvSpPr/>
          <p:nvPr/>
        </p:nvSpPr>
        <p:spPr>
          <a:xfrm>
            <a:off x="3021759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089AEEA-02E0-E9C0-C151-DC32CE0EADF7}"/>
              </a:ext>
            </a:extLst>
          </p:cNvPr>
          <p:cNvSpPr/>
          <p:nvPr/>
        </p:nvSpPr>
        <p:spPr>
          <a:xfrm>
            <a:off x="3512265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2CA7BFE-7E5F-AFDA-BF36-5951608E68D2}"/>
              </a:ext>
            </a:extLst>
          </p:cNvPr>
          <p:cNvSpPr/>
          <p:nvPr/>
        </p:nvSpPr>
        <p:spPr>
          <a:xfrm>
            <a:off x="4002771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BCF61B0-9735-3A0B-B44E-A51E310F51AB}"/>
              </a:ext>
            </a:extLst>
          </p:cNvPr>
          <p:cNvSpPr/>
          <p:nvPr/>
        </p:nvSpPr>
        <p:spPr>
          <a:xfrm>
            <a:off x="4493277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C8521A4-5CAC-C7E1-4AC1-C436A6A59526}"/>
              </a:ext>
            </a:extLst>
          </p:cNvPr>
          <p:cNvSpPr/>
          <p:nvPr/>
        </p:nvSpPr>
        <p:spPr>
          <a:xfrm>
            <a:off x="4983783" y="133694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1D39423-AE6B-8CE8-CBFC-B9B608A5D9BA}"/>
              </a:ext>
            </a:extLst>
          </p:cNvPr>
          <p:cNvSpPr/>
          <p:nvPr/>
        </p:nvSpPr>
        <p:spPr>
          <a:xfrm>
            <a:off x="1059735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100A47-5FE9-E3EA-3726-B8F01CC2DE16}"/>
              </a:ext>
            </a:extLst>
          </p:cNvPr>
          <p:cNvSpPr/>
          <p:nvPr/>
        </p:nvSpPr>
        <p:spPr>
          <a:xfrm>
            <a:off x="1550241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A652DDD-8664-DA59-77C4-B27C2DACB076}"/>
              </a:ext>
            </a:extLst>
          </p:cNvPr>
          <p:cNvSpPr/>
          <p:nvPr/>
        </p:nvSpPr>
        <p:spPr>
          <a:xfrm>
            <a:off x="2040747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72C5B80-5A47-7EA2-4BE0-A1FCFA3092CB}"/>
              </a:ext>
            </a:extLst>
          </p:cNvPr>
          <p:cNvSpPr/>
          <p:nvPr/>
        </p:nvSpPr>
        <p:spPr>
          <a:xfrm>
            <a:off x="2531253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50E436E-5FB1-B226-A799-94BCC6B1DB3D}"/>
              </a:ext>
            </a:extLst>
          </p:cNvPr>
          <p:cNvSpPr/>
          <p:nvPr/>
        </p:nvSpPr>
        <p:spPr>
          <a:xfrm>
            <a:off x="3021759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5DA6F54-5FDE-5906-BA58-658EFA1A3708}"/>
              </a:ext>
            </a:extLst>
          </p:cNvPr>
          <p:cNvSpPr/>
          <p:nvPr/>
        </p:nvSpPr>
        <p:spPr>
          <a:xfrm>
            <a:off x="3512265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3B0305C-2ED4-105D-A15A-BE3AA4EB1682}"/>
              </a:ext>
            </a:extLst>
          </p:cNvPr>
          <p:cNvSpPr/>
          <p:nvPr/>
        </p:nvSpPr>
        <p:spPr>
          <a:xfrm>
            <a:off x="4002771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B9414FC-6BB1-9DC9-F839-5B5A9DB12E63}"/>
              </a:ext>
            </a:extLst>
          </p:cNvPr>
          <p:cNvSpPr/>
          <p:nvPr/>
        </p:nvSpPr>
        <p:spPr>
          <a:xfrm>
            <a:off x="4493277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48EBE7A-1352-2B79-F64F-88A4D5264CCA}"/>
              </a:ext>
            </a:extLst>
          </p:cNvPr>
          <p:cNvSpPr/>
          <p:nvPr/>
        </p:nvSpPr>
        <p:spPr>
          <a:xfrm>
            <a:off x="4983783" y="182745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8C2032-D8E2-2DAA-D553-02FA073E8F9E}"/>
              </a:ext>
            </a:extLst>
          </p:cNvPr>
          <p:cNvSpPr/>
          <p:nvPr/>
        </p:nvSpPr>
        <p:spPr>
          <a:xfrm>
            <a:off x="7465575" y="1254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F0E4B6-563C-4BC0-6244-7C4C00FC4D8E}"/>
              </a:ext>
            </a:extLst>
          </p:cNvPr>
          <p:cNvSpPr/>
          <p:nvPr/>
        </p:nvSpPr>
        <p:spPr>
          <a:xfrm>
            <a:off x="7952046" y="125490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7902FF-999C-95FB-B43A-7A971BE8362F}"/>
              </a:ext>
            </a:extLst>
          </p:cNvPr>
          <p:cNvSpPr/>
          <p:nvPr/>
        </p:nvSpPr>
        <p:spPr>
          <a:xfrm>
            <a:off x="8438517" y="12549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5CF8D0-1F1A-55EB-1708-036B04A1E8D8}"/>
              </a:ext>
            </a:extLst>
          </p:cNvPr>
          <p:cNvSpPr/>
          <p:nvPr/>
        </p:nvSpPr>
        <p:spPr>
          <a:xfrm>
            <a:off x="8948201" y="125490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638577-132B-9487-6689-928552284A7D}"/>
              </a:ext>
            </a:extLst>
          </p:cNvPr>
          <p:cNvSpPr/>
          <p:nvPr/>
        </p:nvSpPr>
        <p:spPr>
          <a:xfrm>
            <a:off x="7465575" y="615996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D0E3DA-CE12-06E3-FAFF-B35ECBDFE918}"/>
              </a:ext>
            </a:extLst>
          </p:cNvPr>
          <p:cNvSpPr/>
          <p:nvPr/>
        </p:nvSpPr>
        <p:spPr>
          <a:xfrm>
            <a:off x="7952046" y="61599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0BC64B-C21D-E000-76FF-B9C510912E3D}"/>
              </a:ext>
            </a:extLst>
          </p:cNvPr>
          <p:cNvSpPr/>
          <p:nvPr/>
        </p:nvSpPr>
        <p:spPr>
          <a:xfrm>
            <a:off x="8438517" y="615996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FF51DD-1F48-ECD1-7F31-05372554E7BC}"/>
              </a:ext>
            </a:extLst>
          </p:cNvPr>
          <p:cNvSpPr/>
          <p:nvPr/>
        </p:nvSpPr>
        <p:spPr>
          <a:xfrm>
            <a:off x="8924988" y="61599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C70FBA-1930-8A32-8001-64DE4DBDBCDE}"/>
              </a:ext>
            </a:extLst>
          </p:cNvPr>
          <p:cNvSpPr/>
          <p:nvPr/>
        </p:nvSpPr>
        <p:spPr>
          <a:xfrm>
            <a:off x="7465575" y="110650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CB640B-7005-9638-2DE1-5D2ED42FE3C6}"/>
              </a:ext>
            </a:extLst>
          </p:cNvPr>
          <p:cNvSpPr/>
          <p:nvPr/>
        </p:nvSpPr>
        <p:spPr>
          <a:xfrm>
            <a:off x="7952046" y="110650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DE6D8AE-0E45-39DE-9D37-7B35A6E51BCD}"/>
              </a:ext>
            </a:extLst>
          </p:cNvPr>
          <p:cNvSpPr/>
          <p:nvPr/>
        </p:nvSpPr>
        <p:spPr>
          <a:xfrm>
            <a:off x="8438517" y="110650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1E44B6-04E5-BC09-31DD-43EFBC4FB72D}"/>
              </a:ext>
            </a:extLst>
          </p:cNvPr>
          <p:cNvSpPr/>
          <p:nvPr/>
        </p:nvSpPr>
        <p:spPr>
          <a:xfrm>
            <a:off x="8924988" y="110650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D0F74E-6B32-3C3E-C486-F5D09515E4C5}"/>
              </a:ext>
            </a:extLst>
          </p:cNvPr>
          <p:cNvSpPr/>
          <p:nvPr/>
        </p:nvSpPr>
        <p:spPr>
          <a:xfrm>
            <a:off x="7465575" y="159700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B2226D-F651-24CC-5630-7A3919F4927A}"/>
              </a:ext>
            </a:extLst>
          </p:cNvPr>
          <p:cNvSpPr/>
          <p:nvPr/>
        </p:nvSpPr>
        <p:spPr>
          <a:xfrm>
            <a:off x="7952046" y="159700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F47E192-2F19-6032-4516-8E0F50087F49}"/>
              </a:ext>
            </a:extLst>
          </p:cNvPr>
          <p:cNvSpPr/>
          <p:nvPr/>
        </p:nvSpPr>
        <p:spPr>
          <a:xfrm>
            <a:off x="8438517" y="159700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B0A0BDD-9444-8B33-C92D-E8D6920A02FC}"/>
              </a:ext>
            </a:extLst>
          </p:cNvPr>
          <p:cNvSpPr/>
          <p:nvPr/>
        </p:nvSpPr>
        <p:spPr>
          <a:xfrm>
            <a:off x="8924988" y="159700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AA06DD-A8CE-78D1-AB77-B87F1741F831}"/>
              </a:ext>
            </a:extLst>
          </p:cNvPr>
          <p:cNvSpPr/>
          <p:nvPr/>
        </p:nvSpPr>
        <p:spPr>
          <a:xfrm>
            <a:off x="7465575" y="208751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963B028-B8D1-AF21-AFA5-731AD5BBE740}"/>
              </a:ext>
            </a:extLst>
          </p:cNvPr>
          <p:cNvSpPr/>
          <p:nvPr/>
        </p:nvSpPr>
        <p:spPr>
          <a:xfrm>
            <a:off x="7952046" y="208751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94B34A0-77FB-4D9D-0683-CC288CE1765F}"/>
              </a:ext>
            </a:extLst>
          </p:cNvPr>
          <p:cNvSpPr/>
          <p:nvPr/>
        </p:nvSpPr>
        <p:spPr>
          <a:xfrm>
            <a:off x="8438517" y="208751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600BCE-82C2-8BA4-1460-63C288F42F53}"/>
              </a:ext>
            </a:extLst>
          </p:cNvPr>
          <p:cNvSpPr/>
          <p:nvPr/>
        </p:nvSpPr>
        <p:spPr>
          <a:xfrm>
            <a:off x="8924988" y="208751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09922B0-436C-BEDD-89C2-DFB11204210F}"/>
              </a:ext>
            </a:extLst>
          </p:cNvPr>
          <p:cNvSpPr/>
          <p:nvPr/>
        </p:nvSpPr>
        <p:spPr>
          <a:xfrm>
            <a:off x="7465575" y="257802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852C919-0950-B8C7-0828-97F6B77DF6AE}"/>
              </a:ext>
            </a:extLst>
          </p:cNvPr>
          <p:cNvSpPr/>
          <p:nvPr/>
        </p:nvSpPr>
        <p:spPr>
          <a:xfrm>
            <a:off x="7945994" y="258953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5E12079-4587-4B27-829E-B1DFD369E371}"/>
              </a:ext>
            </a:extLst>
          </p:cNvPr>
          <p:cNvSpPr/>
          <p:nvPr/>
        </p:nvSpPr>
        <p:spPr>
          <a:xfrm>
            <a:off x="8438517" y="257802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FBB1753-FBAB-0FB0-461D-190E614F868B}"/>
              </a:ext>
            </a:extLst>
          </p:cNvPr>
          <p:cNvSpPr/>
          <p:nvPr/>
        </p:nvSpPr>
        <p:spPr>
          <a:xfrm>
            <a:off x="8924988" y="257802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8B82B4-A15F-67D8-D0C6-29223A6D944C}"/>
              </a:ext>
            </a:extLst>
          </p:cNvPr>
          <p:cNvSpPr/>
          <p:nvPr/>
        </p:nvSpPr>
        <p:spPr>
          <a:xfrm>
            <a:off x="7465575" y="306852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363D229-1A1E-8FA2-0172-C2F6E3411C5B}"/>
              </a:ext>
            </a:extLst>
          </p:cNvPr>
          <p:cNvSpPr/>
          <p:nvPr/>
        </p:nvSpPr>
        <p:spPr>
          <a:xfrm>
            <a:off x="7958098" y="306852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D8E20C2-516A-BB38-FD1F-7AB1175A917D}"/>
              </a:ext>
            </a:extLst>
          </p:cNvPr>
          <p:cNvSpPr/>
          <p:nvPr/>
        </p:nvSpPr>
        <p:spPr>
          <a:xfrm>
            <a:off x="8438517" y="309155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7A01A8-8CDF-7943-D1E3-CA7A7963BB82}"/>
              </a:ext>
            </a:extLst>
          </p:cNvPr>
          <p:cNvSpPr/>
          <p:nvPr/>
        </p:nvSpPr>
        <p:spPr>
          <a:xfrm>
            <a:off x="8924988" y="306852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EA90A58-4150-44E3-BEE4-3B4C8106FE6E}"/>
              </a:ext>
            </a:extLst>
          </p:cNvPr>
          <p:cNvSpPr/>
          <p:nvPr/>
        </p:nvSpPr>
        <p:spPr>
          <a:xfrm>
            <a:off x="7465575" y="355903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FD53A5-F5E3-32E3-09E7-3C9AF6F769F8}"/>
              </a:ext>
            </a:extLst>
          </p:cNvPr>
          <p:cNvSpPr/>
          <p:nvPr/>
        </p:nvSpPr>
        <p:spPr>
          <a:xfrm>
            <a:off x="7952046" y="355903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9911FA0-6223-8ACD-3175-C3537A77504E}"/>
              </a:ext>
            </a:extLst>
          </p:cNvPr>
          <p:cNvSpPr/>
          <p:nvPr/>
        </p:nvSpPr>
        <p:spPr>
          <a:xfrm>
            <a:off x="8438517" y="355903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7B5FE6C-2498-A792-DB62-5C613FF4E9C8}"/>
              </a:ext>
            </a:extLst>
          </p:cNvPr>
          <p:cNvSpPr/>
          <p:nvPr/>
        </p:nvSpPr>
        <p:spPr>
          <a:xfrm>
            <a:off x="8924988" y="355903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F52F67B-9835-0CC2-E4A6-FCE9DEE87680}"/>
              </a:ext>
            </a:extLst>
          </p:cNvPr>
          <p:cNvSpPr/>
          <p:nvPr/>
        </p:nvSpPr>
        <p:spPr>
          <a:xfrm>
            <a:off x="7465575" y="40495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FE7E334-F4F6-35DD-F8C3-10DE96D797DD}"/>
              </a:ext>
            </a:extLst>
          </p:cNvPr>
          <p:cNvSpPr/>
          <p:nvPr/>
        </p:nvSpPr>
        <p:spPr>
          <a:xfrm>
            <a:off x="7952046" y="40495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687BA4F-3E53-EDE9-9DE3-8D85E0AE42F6}"/>
              </a:ext>
            </a:extLst>
          </p:cNvPr>
          <p:cNvSpPr/>
          <p:nvPr/>
        </p:nvSpPr>
        <p:spPr>
          <a:xfrm>
            <a:off x="8438517" y="40495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4958283-5885-B13B-B80B-BABCB586B5B4}"/>
              </a:ext>
            </a:extLst>
          </p:cNvPr>
          <p:cNvSpPr/>
          <p:nvPr/>
        </p:nvSpPr>
        <p:spPr>
          <a:xfrm>
            <a:off x="8924988" y="40495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0E93504F-34E1-4BC1-D6F7-FA24E33D5BFB}"/>
              </a:ext>
            </a:extLst>
          </p:cNvPr>
          <p:cNvSpPr/>
          <p:nvPr/>
        </p:nvSpPr>
        <p:spPr>
          <a:xfrm>
            <a:off x="6164630" y="1404906"/>
            <a:ext cx="672175" cy="49050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9B15FB4-88AC-1846-B6D3-E54A4D890263}"/>
              </a:ext>
            </a:extLst>
          </p:cNvPr>
          <p:cNvSpPr/>
          <p:nvPr/>
        </p:nvSpPr>
        <p:spPr>
          <a:xfrm>
            <a:off x="9858564" y="846439"/>
            <a:ext cx="2222416" cy="14715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DEBBB28-9A6D-87ED-46DF-6983FEF7BAFC}"/>
              </a:ext>
            </a:extLst>
          </p:cNvPr>
          <p:cNvSpPr/>
          <p:nvPr/>
        </p:nvSpPr>
        <p:spPr>
          <a:xfrm>
            <a:off x="9858564" y="846439"/>
            <a:ext cx="2131582" cy="14151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518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B66CAD-580B-AC9D-B8A3-74EBDC94CD9F}"/>
              </a:ext>
            </a:extLst>
          </p:cNvPr>
          <p:cNvSpPr/>
          <p:nvPr/>
        </p:nvSpPr>
        <p:spPr>
          <a:xfrm>
            <a:off x="2754687" y="3252220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616E41-6AAF-48DA-0A9A-618C3387561B}"/>
              </a:ext>
            </a:extLst>
          </p:cNvPr>
          <p:cNvSpPr/>
          <p:nvPr/>
        </p:nvSpPr>
        <p:spPr>
          <a:xfrm>
            <a:off x="3226588" y="3252220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911C11-F536-30C9-A5A1-2D9F8D0F57C9}"/>
              </a:ext>
            </a:extLst>
          </p:cNvPr>
          <p:cNvSpPr/>
          <p:nvPr/>
        </p:nvSpPr>
        <p:spPr>
          <a:xfrm>
            <a:off x="2754687" y="372412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4467AF-7442-011B-8888-2DC5E9BB3DB4}"/>
              </a:ext>
            </a:extLst>
          </p:cNvPr>
          <p:cNvSpPr/>
          <p:nvPr/>
        </p:nvSpPr>
        <p:spPr>
          <a:xfrm>
            <a:off x="3226588" y="3724121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452DA1-8079-5E19-7113-46A3CEB1C0B7}"/>
              </a:ext>
            </a:extLst>
          </p:cNvPr>
          <p:cNvSpPr txBox="1"/>
          <p:nvPr/>
        </p:nvSpPr>
        <p:spPr>
          <a:xfrm>
            <a:off x="813336" y="17473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(1,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C557CE-981C-95F7-06D3-2A39C0A6661F}"/>
              </a:ext>
            </a:extLst>
          </p:cNvPr>
          <p:cNvSpPr txBox="1"/>
          <p:nvPr/>
        </p:nvSpPr>
        <p:spPr>
          <a:xfrm>
            <a:off x="2552968" y="434511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(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74F7A9-315C-22FC-F9D2-557096E58487}"/>
              </a:ext>
            </a:extLst>
          </p:cNvPr>
          <p:cNvSpPr/>
          <p:nvPr/>
        </p:nvSpPr>
        <p:spPr>
          <a:xfrm>
            <a:off x="2836847" y="1173954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E78257C-8C5D-162D-833A-5A6452A9492A}"/>
              </a:ext>
            </a:extLst>
          </p:cNvPr>
          <p:cNvSpPr/>
          <p:nvPr/>
        </p:nvSpPr>
        <p:spPr>
          <a:xfrm>
            <a:off x="3308748" y="1173954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C15C221-677D-207B-84CD-D6685E2CEA00}"/>
              </a:ext>
            </a:extLst>
          </p:cNvPr>
          <p:cNvSpPr/>
          <p:nvPr/>
        </p:nvSpPr>
        <p:spPr>
          <a:xfrm>
            <a:off x="2836847" y="1645855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73F116B-200F-7C91-7EFB-73681C2771FC}"/>
              </a:ext>
            </a:extLst>
          </p:cNvPr>
          <p:cNvSpPr/>
          <p:nvPr/>
        </p:nvSpPr>
        <p:spPr>
          <a:xfrm>
            <a:off x="3308748" y="1645855"/>
            <a:ext cx="471901" cy="4719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5B1473-6646-DA61-F6E3-A2527A376237}"/>
              </a:ext>
            </a:extLst>
          </p:cNvPr>
          <p:cNvSpPr txBox="1"/>
          <p:nvPr/>
        </p:nvSpPr>
        <p:spPr>
          <a:xfrm>
            <a:off x="5045890" y="460247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(N*OH*OW, C*FH*FW)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CD2002-202A-4D88-4EE5-8FCE1B118452}"/>
              </a:ext>
            </a:extLst>
          </p:cNvPr>
          <p:cNvSpPr txBox="1"/>
          <p:nvPr/>
        </p:nvSpPr>
        <p:spPr>
          <a:xfrm>
            <a:off x="5016217" y="1000493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(1*3*3, 2*2*2)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E4C88ED-917F-197B-5428-AC3715011B1B}"/>
              </a:ext>
            </a:extLst>
          </p:cNvPr>
          <p:cNvSpPr/>
          <p:nvPr/>
        </p:nvSpPr>
        <p:spPr>
          <a:xfrm>
            <a:off x="320762" y="6462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AF6375A-4F4F-ECE5-5B80-98F0C4492BE4}"/>
              </a:ext>
            </a:extLst>
          </p:cNvPr>
          <p:cNvSpPr/>
          <p:nvPr/>
        </p:nvSpPr>
        <p:spPr>
          <a:xfrm>
            <a:off x="811268" y="6462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9CFBA01-4AAE-55D7-8CBE-3F71E6370D56}"/>
              </a:ext>
            </a:extLst>
          </p:cNvPr>
          <p:cNvSpPr/>
          <p:nvPr/>
        </p:nvSpPr>
        <p:spPr>
          <a:xfrm>
            <a:off x="1301774" y="6462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28E126C-516C-DA86-1B1A-6869165EC492}"/>
              </a:ext>
            </a:extLst>
          </p:cNvPr>
          <p:cNvSpPr/>
          <p:nvPr/>
        </p:nvSpPr>
        <p:spPr>
          <a:xfrm>
            <a:off x="1792280" y="646238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710958D-3223-ACBB-8B6E-A8876C19C6E4}"/>
              </a:ext>
            </a:extLst>
          </p:cNvPr>
          <p:cNvSpPr/>
          <p:nvPr/>
        </p:nvSpPr>
        <p:spPr>
          <a:xfrm>
            <a:off x="320762" y="113674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1E5AB0F-B571-F833-253F-531EDFDF42F3}"/>
              </a:ext>
            </a:extLst>
          </p:cNvPr>
          <p:cNvSpPr/>
          <p:nvPr/>
        </p:nvSpPr>
        <p:spPr>
          <a:xfrm>
            <a:off x="811268" y="113674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0C341FB-7A62-4885-2D7C-239FFC906C9C}"/>
              </a:ext>
            </a:extLst>
          </p:cNvPr>
          <p:cNvSpPr/>
          <p:nvPr/>
        </p:nvSpPr>
        <p:spPr>
          <a:xfrm>
            <a:off x="1301774" y="113674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1E3D623-D1AF-C363-2B83-95687EA6F195}"/>
              </a:ext>
            </a:extLst>
          </p:cNvPr>
          <p:cNvSpPr/>
          <p:nvPr/>
        </p:nvSpPr>
        <p:spPr>
          <a:xfrm>
            <a:off x="1792280" y="113674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CC729D9-9C9B-8DB4-8B78-9BFE3DAC0016}"/>
              </a:ext>
            </a:extLst>
          </p:cNvPr>
          <p:cNvSpPr/>
          <p:nvPr/>
        </p:nvSpPr>
        <p:spPr>
          <a:xfrm>
            <a:off x="320762" y="162725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700463E-4996-212C-7673-411B73216420}"/>
              </a:ext>
            </a:extLst>
          </p:cNvPr>
          <p:cNvSpPr/>
          <p:nvPr/>
        </p:nvSpPr>
        <p:spPr>
          <a:xfrm>
            <a:off x="811268" y="162725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54949C5-BE44-653A-FC41-A02E817297FC}"/>
              </a:ext>
            </a:extLst>
          </p:cNvPr>
          <p:cNvSpPr/>
          <p:nvPr/>
        </p:nvSpPr>
        <p:spPr>
          <a:xfrm>
            <a:off x="1301774" y="162725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828A42D-CF6F-AEEC-6C8E-9901A8DFF13F}"/>
              </a:ext>
            </a:extLst>
          </p:cNvPr>
          <p:cNvSpPr/>
          <p:nvPr/>
        </p:nvSpPr>
        <p:spPr>
          <a:xfrm>
            <a:off x="1792280" y="162725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4668430-5C38-7240-B720-BDD2078111C3}"/>
              </a:ext>
            </a:extLst>
          </p:cNvPr>
          <p:cNvSpPr/>
          <p:nvPr/>
        </p:nvSpPr>
        <p:spPr>
          <a:xfrm>
            <a:off x="320762" y="211775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CEF190B-CDCF-D837-8D92-4D29313C7D9F}"/>
              </a:ext>
            </a:extLst>
          </p:cNvPr>
          <p:cNvSpPr/>
          <p:nvPr/>
        </p:nvSpPr>
        <p:spPr>
          <a:xfrm>
            <a:off x="811268" y="211775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08BF952-C106-4112-4BB1-2679897A4427}"/>
              </a:ext>
            </a:extLst>
          </p:cNvPr>
          <p:cNvSpPr/>
          <p:nvPr/>
        </p:nvSpPr>
        <p:spPr>
          <a:xfrm>
            <a:off x="1301774" y="211775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C7AA44D-87EF-BBA5-C230-07CB4868BD37}"/>
              </a:ext>
            </a:extLst>
          </p:cNvPr>
          <p:cNvSpPr/>
          <p:nvPr/>
        </p:nvSpPr>
        <p:spPr>
          <a:xfrm>
            <a:off x="1792280" y="211775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A2FC3DD5-CB10-D691-B712-42A95C4404DD}"/>
              </a:ext>
            </a:extLst>
          </p:cNvPr>
          <p:cNvSpPr/>
          <p:nvPr/>
        </p:nvSpPr>
        <p:spPr>
          <a:xfrm>
            <a:off x="320762" y="272450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8BA19BC-2D96-A43D-D311-A508813BD802}"/>
              </a:ext>
            </a:extLst>
          </p:cNvPr>
          <p:cNvSpPr/>
          <p:nvPr/>
        </p:nvSpPr>
        <p:spPr>
          <a:xfrm>
            <a:off x="811268" y="272450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A7C7A85-B829-1F54-F521-E50BD7F3E9A9}"/>
              </a:ext>
            </a:extLst>
          </p:cNvPr>
          <p:cNvSpPr/>
          <p:nvPr/>
        </p:nvSpPr>
        <p:spPr>
          <a:xfrm>
            <a:off x="1301774" y="272450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17476A2-9EC4-9492-9FD7-4136775099E2}"/>
              </a:ext>
            </a:extLst>
          </p:cNvPr>
          <p:cNvSpPr/>
          <p:nvPr/>
        </p:nvSpPr>
        <p:spPr>
          <a:xfrm>
            <a:off x="1792280" y="272450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4C2328E-265B-A5B7-B062-18B19D8415F0}"/>
              </a:ext>
            </a:extLst>
          </p:cNvPr>
          <p:cNvSpPr/>
          <p:nvPr/>
        </p:nvSpPr>
        <p:spPr>
          <a:xfrm>
            <a:off x="320762" y="321501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2C7D948-B7D8-4741-9D91-0EAF13F3B519}"/>
              </a:ext>
            </a:extLst>
          </p:cNvPr>
          <p:cNvSpPr/>
          <p:nvPr/>
        </p:nvSpPr>
        <p:spPr>
          <a:xfrm>
            <a:off x="811268" y="321501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E266C89C-09C7-7F49-3CE4-DDDA6305300D}"/>
              </a:ext>
            </a:extLst>
          </p:cNvPr>
          <p:cNvSpPr/>
          <p:nvPr/>
        </p:nvSpPr>
        <p:spPr>
          <a:xfrm>
            <a:off x="1301774" y="321501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354CC59-AE80-8D23-E46D-913258618D38}"/>
              </a:ext>
            </a:extLst>
          </p:cNvPr>
          <p:cNvSpPr/>
          <p:nvPr/>
        </p:nvSpPr>
        <p:spPr>
          <a:xfrm>
            <a:off x="1792280" y="321501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3158BD6-B96F-D2F2-6F54-43192B689E1C}"/>
              </a:ext>
            </a:extLst>
          </p:cNvPr>
          <p:cNvSpPr/>
          <p:nvPr/>
        </p:nvSpPr>
        <p:spPr>
          <a:xfrm>
            <a:off x="320762" y="370551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DD0CD69-F0C9-EDB2-2BAA-D713776993A1}"/>
              </a:ext>
            </a:extLst>
          </p:cNvPr>
          <p:cNvSpPr/>
          <p:nvPr/>
        </p:nvSpPr>
        <p:spPr>
          <a:xfrm>
            <a:off x="811268" y="370551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985C224-1DA4-744E-C4E7-CA59C88056C1}"/>
              </a:ext>
            </a:extLst>
          </p:cNvPr>
          <p:cNvSpPr/>
          <p:nvPr/>
        </p:nvSpPr>
        <p:spPr>
          <a:xfrm>
            <a:off x="1301774" y="370551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3131B3A-1F19-5461-3EAE-E3AD8E0829E6}"/>
              </a:ext>
            </a:extLst>
          </p:cNvPr>
          <p:cNvSpPr/>
          <p:nvPr/>
        </p:nvSpPr>
        <p:spPr>
          <a:xfrm>
            <a:off x="1792280" y="370551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D6B91AD-3C0D-43B3-AEC3-1D3D59A4E182}"/>
              </a:ext>
            </a:extLst>
          </p:cNvPr>
          <p:cNvSpPr/>
          <p:nvPr/>
        </p:nvSpPr>
        <p:spPr>
          <a:xfrm>
            <a:off x="320762" y="419602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C7BA8E6-9845-80CE-73B7-E7CCDACB5006}"/>
              </a:ext>
            </a:extLst>
          </p:cNvPr>
          <p:cNvSpPr/>
          <p:nvPr/>
        </p:nvSpPr>
        <p:spPr>
          <a:xfrm>
            <a:off x="811268" y="419602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D0E92EC-6B98-662D-6C89-0C5522DD9C4D}"/>
              </a:ext>
            </a:extLst>
          </p:cNvPr>
          <p:cNvSpPr/>
          <p:nvPr/>
        </p:nvSpPr>
        <p:spPr>
          <a:xfrm>
            <a:off x="1301774" y="419602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9565D01-7720-6E34-22B9-2018E824BDB7}"/>
              </a:ext>
            </a:extLst>
          </p:cNvPr>
          <p:cNvSpPr/>
          <p:nvPr/>
        </p:nvSpPr>
        <p:spPr>
          <a:xfrm>
            <a:off x="1792280" y="419602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2596EDA-99D5-ADDE-5CE3-3557E85B3CE8}"/>
              </a:ext>
            </a:extLst>
          </p:cNvPr>
          <p:cNvGrpSpPr/>
          <p:nvPr/>
        </p:nvGrpSpPr>
        <p:grpSpPr>
          <a:xfrm>
            <a:off x="784549" y="635918"/>
            <a:ext cx="943802" cy="943802"/>
            <a:chOff x="3227651" y="2257874"/>
            <a:chExt cx="943802" cy="94380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E95072-68AA-09C9-C4C2-B634251F8C90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79416B9-211B-E980-2DAB-5E9C4B0AE031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86F4C9C-244F-DBB4-BBDB-F08F0D54C203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C1E0517-6307-7F0D-98CC-DD11D8925755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6DEDB1-2592-9DF7-4675-DF41F3EA6BF3}"/>
              </a:ext>
            </a:extLst>
          </p:cNvPr>
          <p:cNvGrpSpPr/>
          <p:nvPr/>
        </p:nvGrpSpPr>
        <p:grpSpPr>
          <a:xfrm>
            <a:off x="797090" y="2704881"/>
            <a:ext cx="943802" cy="943802"/>
            <a:chOff x="3227651" y="2257874"/>
            <a:chExt cx="943802" cy="943802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20882FF-4BA2-CEEC-30C0-BAF7009778F4}"/>
                </a:ext>
              </a:extLst>
            </p:cNvPr>
            <p:cNvSpPr/>
            <p:nvPr/>
          </p:nvSpPr>
          <p:spPr>
            <a:xfrm>
              <a:off x="3227651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3B02A1B-920B-BE98-C908-E04176BF2437}"/>
                </a:ext>
              </a:extLst>
            </p:cNvPr>
            <p:cNvSpPr/>
            <p:nvPr/>
          </p:nvSpPr>
          <p:spPr>
            <a:xfrm>
              <a:off x="3699552" y="2257874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8A42510-FD13-C516-FE4C-448723DE2EAE}"/>
                </a:ext>
              </a:extLst>
            </p:cNvPr>
            <p:cNvSpPr/>
            <p:nvPr/>
          </p:nvSpPr>
          <p:spPr>
            <a:xfrm>
              <a:off x="3227651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168AF32-4625-A195-161C-F3C5C9A3FDBA}"/>
                </a:ext>
              </a:extLst>
            </p:cNvPr>
            <p:cNvSpPr/>
            <p:nvPr/>
          </p:nvSpPr>
          <p:spPr>
            <a:xfrm>
              <a:off x="3699552" y="2729775"/>
              <a:ext cx="471901" cy="4719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DF2F0610-A933-A2B2-1921-775B0A18DE74}"/>
              </a:ext>
            </a:extLst>
          </p:cNvPr>
          <p:cNvSpPr/>
          <p:nvPr/>
        </p:nvSpPr>
        <p:spPr>
          <a:xfrm>
            <a:off x="5039430" y="167507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0EC31D03-42E5-9293-4994-E7C2CA02E01B}"/>
              </a:ext>
            </a:extLst>
          </p:cNvPr>
          <p:cNvSpPr/>
          <p:nvPr/>
        </p:nvSpPr>
        <p:spPr>
          <a:xfrm>
            <a:off x="5529936" y="167507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04124779-E547-F20C-BA6C-D65E793940B0}"/>
              </a:ext>
            </a:extLst>
          </p:cNvPr>
          <p:cNvSpPr/>
          <p:nvPr/>
        </p:nvSpPr>
        <p:spPr>
          <a:xfrm>
            <a:off x="6020442" y="167507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094198E-0B8F-51DD-DE62-16D8D3229E61}"/>
              </a:ext>
            </a:extLst>
          </p:cNvPr>
          <p:cNvSpPr/>
          <p:nvPr/>
        </p:nvSpPr>
        <p:spPr>
          <a:xfrm>
            <a:off x="6510948" y="167507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A017AC42-8DB8-5841-0130-C5D5F8012356}"/>
              </a:ext>
            </a:extLst>
          </p:cNvPr>
          <p:cNvSpPr/>
          <p:nvPr/>
        </p:nvSpPr>
        <p:spPr>
          <a:xfrm>
            <a:off x="7001454" y="167507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B51A1AF-F999-981E-83A6-F59CFED2D695}"/>
              </a:ext>
            </a:extLst>
          </p:cNvPr>
          <p:cNvSpPr/>
          <p:nvPr/>
        </p:nvSpPr>
        <p:spPr>
          <a:xfrm>
            <a:off x="7491960" y="167507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67BB71C8-93A4-804E-DD8A-D5AD1D905F2E}"/>
              </a:ext>
            </a:extLst>
          </p:cNvPr>
          <p:cNvSpPr/>
          <p:nvPr/>
        </p:nvSpPr>
        <p:spPr>
          <a:xfrm>
            <a:off x="7982466" y="167507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3504082-023D-D1D0-E60A-DFFA1C2F2EE1}"/>
              </a:ext>
            </a:extLst>
          </p:cNvPr>
          <p:cNvSpPr/>
          <p:nvPr/>
        </p:nvSpPr>
        <p:spPr>
          <a:xfrm>
            <a:off x="8472972" y="167507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A37F762F-98F0-7342-C180-2F58C4424ADD}"/>
              </a:ext>
            </a:extLst>
          </p:cNvPr>
          <p:cNvSpPr/>
          <p:nvPr/>
        </p:nvSpPr>
        <p:spPr>
          <a:xfrm>
            <a:off x="5039430" y="216558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17032DFF-1AB0-79CA-45C6-460E465DDB23}"/>
              </a:ext>
            </a:extLst>
          </p:cNvPr>
          <p:cNvSpPr/>
          <p:nvPr/>
        </p:nvSpPr>
        <p:spPr>
          <a:xfrm>
            <a:off x="5529936" y="216558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D4A0B11-65AA-F209-CB0B-0A2E5CA5D058}"/>
              </a:ext>
            </a:extLst>
          </p:cNvPr>
          <p:cNvSpPr/>
          <p:nvPr/>
        </p:nvSpPr>
        <p:spPr>
          <a:xfrm>
            <a:off x="6020442" y="216558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D6BDAD2-A5EA-740D-2E93-17BD47B20945}"/>
              </a:ext>
            </a:extLst>
          </p:cNvPr>
          <p:cNvSpPr/>
          <p:nvPr/>
        </p:nvSpPr>
        <p:spPr>
          <a:xfrm>
            <a:off x="6510948" y="216558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B1EE6022-8575-56CE-485D-B24268F4E709}"/>
              </a:ext>
            </a:extLst>
          </p:cNvPr>
          <p:cNvSpPr/>
          <p:nvPr/>
        </p:nvSpPr>
        <p:spPr>
          <a:xfrm>
            <a:off x="7001454" y="216558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CCFA0699-1ACC-D89B-838C-1F044E2D0BD3}"/>
              </a:ext>
            </a:extLst>
          </p:cNvPr>
          <p:cNvSpPr/>
          <p:nvPr/>
        </p:nvSpPr>
        <p:spPr>
          <a:xfrm>
            <a:off x="7491960" y="216558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B35FAC0F-B5CA-423B-A4D3-64CDE0772824}"/>
              </a:ext>
            </a:extLst>
          </p:cNvPr>
          <p:cNvSpPr/>
          <p:nvPr/>
        </p:nvSpPr>
        <p:spPr>
          <a:xfrm>
            <a:off x="7982466" y="216558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9FB22032-59E6-3B61-A49C-E7F7B2CA967D}"/>
              </a:ext>
            </a:extLst>
          </p:cNvPr>
          <p:cNvSpPr/>
          <p:nvPr/>
        </p:nvSpPr>
        <p:spPr>
          <a:xfrm>
            <a:off x="8472972" y="216558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631E605-92ED-D9E6-16A1-7601E227A3A0}"/>
              </a:ext>
            </a:extLst>
          </p:cNvPr>
          <p:cNvSpPr/>
          <p:nvPr/>
        </p:nvSpPr>
        <p:spPr>
          <a:xfrm>
            <a:off x="5039430" y="265608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4D500C84-2E09-7175-4E34-7BCEFAE42E1A}"/>
              </a:ext>
            </a:extLst>
          </p:cNvPr>
          <p:cNvSpPr/>
          <p:nvPr/>
        </p:nvSpPr>
        <p:spPr>
          <a:xfrm>
            <a:off x="5529936" y="265608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1FA59D59-695F-3D39-3482-1D13AA40A3C8}"/>
              </a:ext>
            </a:extLst>
          </p:cNvPr>
          <p:cNvSpPr/>
          <p:nvPr/>
        </p:nvSpPr>
        <p:spPr>
          <a:xfrm>
            <a:off x="6020442" y="265608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2175EC9E-A552-4341-AC47-B06E38771777}"/>
              </a:ext>
            </a:extLst>
          </p:cNvPr>
          <p:cNvSpPr/>
          <p:nvPr/>
        </p:nvSpPr>
        <p:spPr>
          <a:xfrm>
            <a:off x="6510948" y="265608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FDD6CFC-67BA-C55C-A73E-02E967831267}"/>
              </a:ext>
            </a:extLst>
          </p:cNvPr>
          <p:cNvSpPr/>
          <p:nvPr/>
        </p:nvSpPr>
        <p:spPr>
          <a:xfrm>
            <a:off x="7001454" y="265608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59C8EBC7-5C79-D956-F653-80DD0E416EFD}"/>
              </a:ext>
            </a:extLst>
          </p:cNvPr>
          <p:cNvSpPr/>
          <p:nvPr/>
        </p:nvSpPr>
        <p:spPr>
          <a:xfrm>
            <a:off x="7491960" y="265608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92505CE1-D10E-80C5-AE0C-8FCBC1F6D7E3}"/>
              </a:ext>
            </a:extLst>
          </p:cNvPr>
          <p:cNvSpPr/>
          <p:nvPr/>
        </p:nvSpPr>
        <p:spPr>
          <a:xfrm>
            <a:off x="7982466" y="265608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1D91434F-9E39-43EE-68BE-87446CE9F7EF}"/>
              </a:ext>
            </a:extLst>
          </p:cNvPr>
          <p:cNvSpPr/>
          <p:nvPr/>
        </p:nvSpPr>
        <p:spPr>
          <a:xfrm>
            <a:off x="8472972" y="265608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AA5A01C-5C9D-EEA8-17AF-1A57BF9C74EE}"/>
              </a:ext>
            </a:extLst>
          </p:cNvPr>
          <p:cNvSpPr/>
          <p:nvPr/>
        </p:nvSpPr>
        <p:spPr>
          <a:xfrm>
            <a:off x="5039430" y="31465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B20D1E75-D016-DB69-B17D-5524315C7922}"/>
              </a:ext>
            </a:extLst>
          </p:cNvPr>
          <p:cNvSpPr/>
          <p:nvPr/>
        </p:nvSpPr>
        <p:spPr>
          <a:xfrm>
            <a:off x="5529936" y="31465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B328BC9-52F5-1FC2-19DB-97E52296AB55}"/>
              </a:ext>
            </a:extLst>
          </p:cNvPr>
          <p:cNvSpPr/>
          <p:nvPr/>
        </p:nvSpPr>
        <p:spPr>
          <a:xfrm>
            <a:off x="6020442" y="31465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3CDE2616-586F-3FEC-2285-AC028AC1011E}"/>
              </a:ext>
            </a:extLst>
          </p:cNvPr>
          <p:cNvSpPr/>
          <p:nvPr/>
        </p:nvSpPr>
        <p:spPr>
          <a:xfrm>
            <a:off x="6510948" y="314659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0780C611-FB05-E636-2E07-3065E412E401}"/>
              </a:ext>
            </a:extLst>
          </p:cNvPr>
          <p:cNvSpPr/>
          <p:nvPr/>
        </p:nvSpPr>
        <p:spPr>
          <a:xfrm>
            <a:off x="7001454" y="31465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A1DABEFA-EBD4-74DF-F8DB-E154D40DCBE1}"/>
              </a:ext>
            </a:extLst>
          </p:cNvPr>
          <p:cNvSpPr/>
          <p:nvPr/>
        </p:nvSpPr>
        <p:spPr>
          <a:xfrm>
            <a:off x="7491960" y="31465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99986C49-98BD-80B9-F272-84028326958D}"/>
              </a:ext>
            </a:extLst>
          </p:cNvPr>
          <p:cNvSpPr/>
          <p:nvPr/>
        </p:nvSpPr>
        <p:spPr>
          <a:xfrm>
            <a:off x="7982466" y="31465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FF4001C8-FEF4-03F0-AAE9-4EBF82324AD3}"/>
              </a:ext>
            </a:extLst>
          </p:cNvPr>
          <p:cNvSpPr/>
          <p:nvPr/>
        </p:nvSpPr>
        <p:spPr>
          <a:xfrm>
            <a:off x="8472972" y="314659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CF9528A-93FE-A2C9-958D-CB01E383EFB1}"/>
              </a:ext>
            </a:extLst>
          </p:cNvPr>
          <p:cNvSpPr/>
          <p:nvPr/>
        </p:nvSpPr>
        <p:spPr>
          <a:xfrm>
            <a:off x="5039430" y="363710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285A8A8A-DD13-1D08-EF28-4C21932D9EC7}"/>
              </a:ext>
            </a:extLst>
          </p:cNvPr>
          <p:cNvSpPr/>
          <p:nvPr/>
        </p:nvSpPr>
        <p:spPr>
          <a:xfrm>
            <a:off x="5529936" y="363710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4A0AC380-B579-E365-64BB-F94C68E26921}"/>
              </a:ext>
            </a:extLst>
          </p:cNvPr>
          <p:cNvSpPr/>
          <p:nvPr/>
        </p:nvSpPr>
        <p:spPr>
          <a:xfrm>
            <a:off x="6020442" y="363710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3A6B9153-383B-A7FF-1A98-B79CBC4B093E}"/>
              </a:ext>
            </a:extLst>
          </p:cNvPr>
          <p:cNvSpPr/>
          <p:nvPr/>
        </p:nvSpPr>
        <p:spPr>
          <a:xfrm>
            <a:off x="6510948" y="363710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C5DD09C2-2BA5-87FE-18B7-2625DD9F668D}"/>
              </a:ext>
            </a:extLst>
          </p:cNvPr>
          <p:cNvSpPr/>
          <p:nvPr/>
        </p:nvSpPr>
        <p:spPr>
          <a:xfrm>
            <a:off x="7001454" y="36371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0BAE91AA-5146-ADFA-11F3-2193F09AE0B0}"/>
              </a:ext>
            </a:extLst>
          </p:cNvPr>
          <p:cNvSpPr/>
          <p:nvPr/>
        </p:nvSpPr>
        <p:spPr>
          <a:xfrm>
            <a:off x="7491960" y="36371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0C96AD42-416D-75C5-CCA9-4512F62E2D68}"/>
              </a:ext>
            </a:extLst>
          </p:cNvPr>
          <p:cNvSpPr/>
          <p:nvPr/>
        </p:nvSpPr>
        <p:spPr>
          <a:xfrm>
            <a:off x="7982466" y="36371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ED2EB6BC-991B-ADCD-884D-A9EA15D13CF5}"/>
              </a:ext>
            </a:extLst>
          </p:cNvPr>
          <p:cNvSpPr/>
          <p:nvPr/>
        </p:nvSpPr>
        <p:spPr>
          <a:xfrm>
            <a:off x="8472972" y="3637101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44ADE96-407A-B847-6372-6CFEBBA92CF1}"/>
              </a:ext>
            </a:extLst>
          </p:cNvPr>
          <p:cNvSpPr/>
          <p:nvPr/>
        </p:nvSpPr>
        <p:spPr>
          <a:xfrm>
            <a:off x="5039430" y="412760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C4EAB626-4D29-211D-5B38-4A124942D8B8}"/>
              </a:ext>
            </a:extLst>
          </p:cNvPr>
          <p:cNvSpPr/>
          <p:nvPr/>
        </p:nvSpPr>
        <p:spPr>
          <a:xfrm>
            <a:off x="5529936" y="412760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3B8CA88-3FD3-3191-573D-F10C6CC93606}"/>
              </a:ext>
            </a:extLst>
          </p:cNvPr>
          <p:cNvSpPr/>
          <p:nvPr/>
        </p:nvSpPr>
        <p:spPr>
          <a:xfrm>
            <a:off x="6020442" y="412760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FDA03DC-4014-8C27-F33E-1566E9BBDF81}"/>
              </a:ext>
            </a:extLst>
          </p:cNvPr>
          <p:cNvSpPr/>
          <p:nvPr/>
        </p:nvSpPr>
        <p:spPr>
          <a:xfrm>
            <a:off x="6510948" y="412760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A1703D2-E2BA-0BE3-EFB1-895BB8078A41}"/>
              </a:ext>
            </a:extLst>
          </p:cNvPr>
          <p:cNvSpPr/>
          <p:nvPr/>
        </p:nvSpPr>
        <p:spPr>
          <a:xfrm>
            <a:off x="7001454" y="41276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AD184354-711A-7B6F-90F4-1414BD92FEEF}"/>
              </a:ext>
            </a:extLst>
          </p:cNvPr>
          <p:cNvSpPr/>
          <p:nvPr/>
        </p:nvSpPr>
        <p:spPr>
          <a:xfrm>
            <a:off x="7491960" y="41276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D0E5982B-EA4D-9C63-9D4D-2AFE4D48D2EB}"/>
              </a:ext>
            </a:extLst>
          </p:cNvPr>
          <p:cNvSpPr/>
          <p:nvPr/>
        </p:nvSpPr>
        <p:spPr>
          <a:xfrm>
            <a:off x="7982466" y="41276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54267D8E-280F-1FF7-8509-06A0C0654A29}"/>
              </a:ext>
            </a:extLst>
          </p:cNvPr>
          <p:cNvSpPr/>
          <p:nvPr/>
        </p:nvSpPr>
        <p:spPr>
          <a:xfrm>
            <a:off x="8472972" y="4127607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20ABA948-BE6D-9CC1-0073-3F721F9CE63C}"/>
              </a:ext>
            </a:extLst>
          </p:cNvPr>
          <p:cNvSpPr/>
          <p:nvPr/>
        </p:nvSpPr>
        <p:spPr>
          <a:xfrm>
            <a:off x="5039430" y="46181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224CA8EB-9A5E-A1A5-36DF-80018896AE17}"/>
              </a:ext>
            </a:extLst>
          </p:cNvPr>
          <p:cNvSpPr/>
          <p:nvPr/>
        </p:nvSpPr>
        <p:spPr>
          <a:xfrm>
            <a:off x="5529936" y="46181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760C1B11-08E5-6040-CC87-8BAC4814ED24}"/>
              </a:ext>
            </a:extLst>
          </p:cNvPr>
          <p:cNvSpPr/>
          <p:nvPr/>
        </p:nvSpPr>
        <p:spPr>
          <a:xfrm>
            <a:off x="6020442" y="46181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59A094FD-7C12-383C-DF00-03CDA9FEFAC6}"/>
              </a:ext>
            </a:extLst>
          </p:cNvPr>
          <p:cNvSpPr/>
          <p:nvPr/>
        </p:nvSpPr>
        <p:spPr>
          <a:xfrm>
            <a:off x="6510948" y="4618113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FEDBB717-59D6-13E1-991D-E4686949765D}"/>
              </a:ext>
            </a:extLst>
          </p:cNvPr>
          <p:cNvSpPr/>
          <p:nvPr/>
        </p:nvSpPr>
        <p:spPr>
          <a:xfrm>
            <a:off x="7001454" y="46181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26F1B51F-EA02-F1BE-0F8F-BE2CFD64B733}"/>
              </a:ext>
            </a:extLst>
          </p:cNvPr>
          <p:cNvSpPr/>
          <p:nvPr/>
        </p:nvSpPr>
        <p:spPr>
          <a:xfrm>
            <a:off x="7491960" y="46181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22ACD4B7-80AD-65D9-C042-255EFD6BDB1F}"/>
              </a:ext>
            </a:extLst>
          </p:cNvPr>
          <p:cNvSpPr/>
          <p:nvPr/>
        </p:nvSpPr>
        <p:spPr>
          <a:xfrm>
            <a:off x="7982466" y="46181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43A0112D-202B-0E71-946F-717EF38AF3DB}"/>
              </a:ext>
            </a:extLst>
          </p:cNvPr>
          <p:cNvSpPr/>
          <p:nvPr/>
        </p:nvSpPr>
        <p:spPr>
          <a:xfrm>
            <a:off x="8472972" y="4618113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8ADD83B0-B2B1-AF86-B20A-A36C082B21DA}"/>
              </a:ext>
            </a:extLst>
          </p:cNvPr>
          <p:cNvSpPr/>
          <p:nvPr/>
        </p:nvSpPr>
        <p:spPr>
          <a:xfrm>
            <a:off x="5039430" y="510861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B613264-F8A1-10D4-BF4C-3476D16DA11D}"/>
              </a:ext>
            </a:extLst>
          </p:cNvPr>
          <p:cNvSpPr/>
          <p:nvPr/>
        </p:nvSpPr>
        <p:spPr>
          <a:xfrm>
            <a:off x="5529936" y="510861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15A8CF39-84A3-334A-252E-3ABEF1265019}"/>
              </a:ext>
            </a:extLst>
          </p:cNvPr>
          <p:cNvSpPr/>
          <p:nvPr/>
        </p:nvSpPr>
        <p:spPr>
          <a:xfrm>
            <a:off x="6020442" y="510861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C48BEE23-9360-B73A-E265-CAF369AC3CEE}"/>
              </a:ext>
            </a:extLst>
          </p:cNvPr>
          <p:cNvSpPr/>
          <p:nvPr/>
        </p:nvSpPr>
        <p:spPr>
          <a:xfrm>
            <a:off x="6510948" y="510861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22458581-ACB7-64A9-E04B-43AD4D628EE3}"/>
              </a:ext>
            </a:extLst>
          </p:cNvPr>
          <p:cNvSpPr/>
          <p:nvPr/>
        </p:nvSpPr>
        <p:spPr>
          <a:xfrm>
            <a:off x="7001454" y="510861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FC80BA24-2E95-6887-7C50-3EAE6DF0A602}"/>
              </a:ext>
            </a:extLst>
          </p:cNvPr>
          <p:cNvSpPr/>
          <p:nvPr/>
        </p:nvSpPr>
        <p:spPr>
          <a:xfrm>
            <a:off x="7491960" y="510861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D8A3DAE5-01B8-414D-E156-95B3C1BCB84B}"/>
              </a:ext>
            </a:extLst>
          </p:cNvPr>
          <p:cNvSpPr/>
          <p:nvPr/>
        </p:nvSpPr>
        <p:spPr>
          <a:xfrm>
            <a:off x="7982466" y="510861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732EC752-3912-734E-E30D-453A6B8C46E2}"/>
              </a:ext>
            </a:extLst>
          </p:cNvPr>
          <p:cNvSpPr/>
          <p:nvPr/>
        </p:nvSpPr>
        <p:spPr>
          <a:xfrm>
            <a:off x="8472972" y="5108619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95E3BF3-620A-3446-D8DA-B2DE0E71F48D}"/>
              </a:ext>
            </a:extLst>
          </p:cNvPr>
          <p:cNvSpPr/>
          <p:nvPr/>
        </p:nvSpPr>
        <p:spPr>
          <a:xfrm>
            <a:off x="5039430" y="559912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0F4827B7-0CEE-FDC2-A57C-F49047C94DBE}"/>
              </a:ext>
            </a:extLst>
          </p:cNvPr>
          <p:cNvSpPr/>
          <p:nvPr/>
        </p:nvSpPr>
        <p:spPr>
          <a:xfrm>
            <a:off x="5529936" y="559912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0BFD5644-420F-02DD-E5FE-82CB1887987D}"/>
              </a:ext>
            </a:extLst>
          </p:cNvPr>
          <p:cNvSpPr/>
          <p:nvPr/>
        </p:nvSpPr>
        <p:spPr>
          <a:xfrm>
            <a:off x="6020442" y="559912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87464BBD-4E37-FA85-410D-36DE70C9BBFC}"/>
              </a:ext>
            </a:extLst>
          </p:cNvPr>
          <p:cNvSpPr/>
          <p:nvPr/>
        </p:nvSpPr>
        <p:spPr>
          <a:xfrm>
            <a:off x="6510948" y="559912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ADD9DDB4-048C-6FA7-0BDA-4DAEF23B9302}"/>
              </a:ext>
            </a:extLst>
          </p:cNvPr>
          <p:cNvSpPr/>
          <p:nvPr/>
        </p:nvSpPr>
        <p:spPr>
          <a:xfrm>
            <a:off x="7001454" y="559912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D481E1F-16EB-AAE2-2EE7-2399F9589A5D}"/>
              </a:ext>
            </a:extLst>
          </p:cNvPr>
          <p:cNvSpPr/>
          <p:nvPr/>
        </p:nvSpPr>
        <p:spPr>
          <a:xfrm>
            <a:off x="7491960" y="559912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B484D057-27C1-91E5-D185-5F69D7A15FE5}"/>
              </a:ext>
            </a:extLst>
          </p:cNvPr>
          <p:cNvSpPr/>
          <p:nvPr/>
        </p:nvSpPr>
        <p:spPr>
          <a:xfrm>
            <a:off x="7982466" y="559912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EA43E71-A8C5-DC5A-5837-B8566D9DBE84}"/>
              </a:ext>
            </a:extLst>
          </p:cNvPr>
          <p:cNvSpPr/>
          <p:nvPr/>
        </p:nvSpPr>
        <p:spPr>
          <a:xfrm>
            <a:off x="8472972" y="5599125"/>
            <a:ext cx="490506" cy="49050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BAB80BA4-C1AF-5778-B479-1D45E0E325A9}"/>
              </a:ext>
            </a:extLst>
          </p:cNvPr>
          <p:cNvSpPr/>
          <p:nvPr/>
        </p:nvSpPr>
        <p:spPr>
          <a:xfrm>
            <a:off x="9758098" y="3314927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A2979836-2274-F392-2E04-57D51042942A}"/>
              </a:ext>
            </a:extLst>
          </p:cNvPr>
          <p:cNvSpPr/>
          <p:nvPr/>
        </p:nvSpPr>
        <p:spPr>
          <a:xfrm>
            <a:off x="9758098" y="2824421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1EE20488-65E3-4843-1DC0-D2CF59955D7C}"/>
              </a:ext>
            </a:extLst>
          </p:cNvPr>
          <p:cNvSpPr/>
          <p:nvPr/>
        </p:nvSpPr>
        <p:spPr>
          <a:xfrm>
            <a:off x="9758098" y="1843409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06A98AF0-8A6C-518D-3880-AF894D0DD193}"/>
              </a:ext>
            </a:extLst>
          </p:cNvPr>
          <p:cNvSpPr/>
          <p:nvPr/>
        </p:nvSpPr>
        <p:spPr>
          <a:xfrm>
            <a:off x="9758098" y="2333915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5D65BD5-C442-E905-48B5-62B5B597F144}"/>
              </a:ext>
            </a:extLst>
          </p:cNvPr>
          <p:cNvSpPr txBox="1"/>
          <p:nvPr/>
        </p:nvSpPr>
        <p:spPr>
          <a:xfrm>
            <a:off x="9051286" y="355065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083F06D7-C9D1-0DBB-B1CB-5A108CEB7ED2}"/>
              </a:ext>
            </a:extLst>
          </p:cNvPr>
          <p:cNvSpPr/>
          <p:nvPr/>
        </p:nvSpPr>
        <p:spPr>
          <a:xfrm>
            <a:off x="9752042" y="5289062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A6F56F1F-C205-DA9B-2DE4-EC101137D6C7}"/>
              </a:ext>
            </a:extLst>
          </p:cNvPr>
          <p:cNvSpPr/>
          <p:nvPr/>
        </p:nvSpPr>
        <p:spPr>
          <a:xfrm>
            <a:off x="9752042" y="4798556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7851A9BE-907A-36F7-5CB1-20F6CFBFCCBA}"/>
              </a:ext>
            </a:extLst>
          </p:cNvPr>
          <p:cNvSpPr/>
          <p:nvPr/>
        </p:nvSpPr>
        <p:spPr>
          <a:xfrm>
            <a:off x="9752042" y="3817544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1846C85C-5D41-76B1-1274-2DCEA96E76AB}"/>
              </a:ext>
            </a:extLst>
          </p:cNvPr>
          <p:cNvSpPr/>
          <p:nvPr/>
        </p:nvSpPr>
        <p:spPr>
          <a:xfrm>
            <a:off x="9752042" y="4308050"/>
            <a:ext cx="490506" cy="49050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856DD62D-A210-67FF-6AD4-979A049EE2E4}"/>
              </a:ext>
            </a:extLst>
          </p:cNvPr>
          <p:cNvSpPr txBox="1"/>
          <p:nvPr/>
        </p:nvSpPr>
        <p:spPr>
          <a:xfrm>
            <a:off x="9695387" y="131407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col_W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4E550E0-0EC9-63FC-0FB5-EBE1D2685C94}"/>
              </a:ext>
            </a:extLst>
          </p:cNvPr>
          <p:cNvSpPr txBox="1"/>
          <p:nvPr/>
        </p:nvSpPr>
        <p:spPr>
          <a:xfrm>
            <a:off x="7337732" y="117395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5146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7CC10E-6C6F-73C7-E4BD-9D25FCA7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04" y="378131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3DB06001-2C6F-B659-BD44-75CF3AB5893A}"/>
              </a:ext>
            </a:extLst>
          </p:cNvPr>
          <p:cNvSpPr/>
          <p:nvPr/>
        </p:nvSpPr>
        <p:spPr>
          <a:xfrm>
            <a:off x="6243354" y="372075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C6236-3615-9307-D25A-939BC7DE70ED}"/>
              </a:ext>
            </a:extLst>
          </p:cNvPr>
          <p:cNvSpPr txBox="1"/>
          <p:nvPr/>
        </p:nvSpPr>
        <p:spPr>
          <a:xfrm>
            <a:off x="4232885" y="43782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C1FAB-E1C0-18D4-CF03-2169210BBA3F}"/>
              </a:ext>
            </a:extLst>
          </p:cNvPr>
          <p:cNvSpPr txBox="1"/>
          <p:nvPr/>
        </p:nvSpPr>
        <p:spPr>
          <a:xfrm>
            <a:off x="1223237" y="19449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j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A3741-7891-E7BD-9728-60C9E7CC58EC}"/>
              </a:ext>
            </a:extLst>
          </p:cNvPr>
          <p:cNvSpPr txBox="1"/>
          <p:nvPr/>
        </p:nvSpPr>
        <p:spPr>
          <a:xfrm>
            <a:off x="7775428" y="442061"/>
            <a:ext cx="270939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x=2, y=2</a:t>
            </a:r>
          </a:p>
          <a:p>
            <a:r>
              <a:rPr lang="en-US" altLang="ko-KR"/>
              <a:t>b=0</a:t>
            </a:r>
          </a:p>
          <a:p>
            <a:endParaRPr lang="en-US" altLang="ko-KR"/>
          </a:p>
          <a:p>
            <a:r>
              <a:rPr lang="pl-PL" altLang="ko-KR"/>
              <a:t>y_hat = w[i]*x + b;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s-ES" altLang="ko-KR"/>
              <a:t>j[i] = 0.5 * (y_hat - y)**2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         </a:t>
            </a:r>
            <a:r>
              <a:rPr lang="en-US" altLang="ko-KR" sz="2000">
                <a:latin typeface="Consolas" panose="020B0609020204030204" pitchFamily="49" charset="0"/>
              </a:rPr>
              <a:t>6    2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W = W - 0.01*dw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3 - 0.08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FF48C4E-6462-0657-9FFA-078DA5E51770}"/>
              </a:ext>
            </a:extLst>
          </p:cNvPr>
          <p:cNvSpPr/>
          <p:nvPr/>
        </p:nvSpPr>
        <p:spPr>
          <a:xfrm flipH="1">
            <a:off x="5585309" y="4590167"/>
            <a:ext cx="1021383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A84F935-9F2D-4422-2D45-AAC19541BBAC}"/>
              </a:ext>
            </a:extLst>
          </p:cNvPr>
          <p:cNvCxnSpPr>
            <a:cxnSpLocks/>
          </p:cNvCxnSpPr>
          <p:nvPr/>
        </p:nvCxnSpPr>
        <p:spPr>
          <a:xfrm flipH="1">
            <a:off x="5323907" y="-169996"/>
            <a:ext cx="1544185" cy="4760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39127D-E3D8-0367-EE2E-DB79E3A00FBC}"/>
              </a:ext>
            </a:extLst>
          </p:cNvPr>
          <p:cNvSpPr txBox="1"/>
          <p:nvPr/>
        </p:nvSpPr>
        <p:spPr>
          <a:xfrm>
            <a:off x="6988196" y="8477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grad=8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5E831D1-6D22-6929-0AB4-BBF577659DC0}"/>
              </a:ext>
            </a:extLst>
          </p:cNvPr>
          <p:cNvSpPr/>
          <p:nvPr/>
        </p:nvSpPr>
        <p:spPr>
          <a:xfrm>
            <a:off x="6132429" y="650286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B595317-D93A-5AF9-2A63-170F926B6E03}"/>
              </a:ext>
            </a:extLst>
          </p:cNvPr>
          <p:cNvCxnSpPr>
            <a:cxnSpLocks/>
          </p:cNvCxnSpPr>
          <p:nvPr/>
        </p:nvCxnSpPr>
        <p:spPr>
          <a:xfrm flipH="1">
            <a:off x="4062221" y="1071846"/>
            <a:ext cx="2954979" cy="3969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29DE86BC-B603-272A-4E66-1EE9D726B697}"/>
              </a:ext>
            </a:extLst>
          </p:cNvPr>
          <p:cNvSpPr/>
          <p:nvPr/>
        </p:nvSpPr>
        <p:spPr>
          <a:xfrm>
            <a:off x="4261964" y="3486356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7AC702E-B4C9-4261-927C-AC24184D9D3F}"/>
              </a:ext>
            </a:extLst>
          </p:cNvPr>
          <p:cNvCxnSpPr>
            <a:cxnSpLocks/>
          </p:cNvCxnSpPr>
          <p:nvPr/>
        </p:nvCxnSpPr>
        <p:spPr>
          <a:xfrm flipH="1">
            <a:off x="1971906" y="3849694"/>
            <a:ext cx="54079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2922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A92DE16-FACC-168B-E896-66E892306D14}"/>
              </a:ext>
            </a:extLst>
          </p:cNvPr>
          <p:cNvSpPr/>
          <p:nvPr/>
        </p:nvSpPr>
        <p:spPr>
          <a:xfrm>
            <a:off x="1834856" y="575285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DDA07B-CC7C-7137-6580-0955B38FD3F0}"/>
              </a:ext>
            </a:extLst>
          </p:cNvPr>
          <p:cNvSpPr/>
          <p:nvPr/>
        </p:nvSpPr>
        <p:spPr>
          <a:xfrm>
            <a:off x="2404085" y="575285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10CE7C-A679-EA6D-C1C5-73A197262586}"/>
              </a:ext>
            </a:extLst>
          </p:cNvPr>
          <p:cNvSpPr/>
          <p:nvPr/>
        </p:nvSpPr>
        <p:spPr>
          <a:xfrm>
            <a:off x="2973314" y="575285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843427-94B9-7132-A811-22DD4082388E}"/>
              </a:ext>
            </a:extLst>
          </p:cNvPr>
          <p:cNvSpPr/>
          <p:nvPr/>
        </p:nvSpPr>
        <p:spPr>
          <a:xfrm>
            <a:off x="1834856" y="1144514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4652C2-A226-CDA4-6D50-44B4E6244B55}"/>
              </a:ext>
            </a:extLst>
          </p:cNvPr>
          <p:cNvSpPr/>
          <p:nvPr/>
        </p:nvSpPr>
        <p:spPr>
          <a:xfrm>
            <a:off x="2404085" y="1144514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0AAD94-8889-DD8A-D13E-3DFC7D2F5F86}"/>
              </a:ext>
            </a:extLst>
          </p:cNvPr>
          <p:cNvSpPr/>
          <p:nvPr/>
        </p:nvSpPr>
        <p:spPr>
          <a:xfrm>
            <a:off x="2973314" y="1144514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1F4D30-5FC1-C724-6956-34D63BAA8B58}"/>
              </a:ext>
            </a:extLst>
          </p:cNvPr>
          <p:cNvSpPr/>
          <p:nvPr/>
        </p:nvSpPr>
        <p:spPr>
          <a:xfrm>
            <a:off x="1834856" y="1713743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07DF36-1DA7-86C2-C9A8-6258D503EE4F}"/>
              </a:ext>
            </a:extLst>
          </p:cNvPr>
          <p:cNvSpPr/>
          <p:nvPr/>
        </p:nvSpPr>
        <p:spPr>
          <a:xfrm>
            <a:off x="2404085" y="1713743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FFC118-C006-361D-FD7F-7755654E1739}"/>
              </a:ext>
            </a:extLst>
          </p:cNvPr>
          <p:cNvSpPr/>
          <p:nvPr/>
        </p:nvSpPr>
        <p:spPr>
          <a:xfrm>
            <a:off x="2973314" y="1713743"/>
            <a:ext cx="569229" cy="5692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BBFA8-9732-491C-EFE1-0E15A1102054}"/>
              </a:ext>
            </a:extLst>
          </p:cNvPr>
          <p:cNvSpPr txBox="1"/>
          <p:nvPr/>
        </p:nvSpPr>
        <p:spPr>
          <a:xfrm>
            <a:off x="1205070" y="65400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29EA5F-9BA7-BBD5-5ED7-DC1520CAB81A}"/>
              </a:ext>
            </a:extLst>
          </p:cNvPr>
          <p:cNvSpPr txBox="1"/>
          <p:nvPr/>
        </p:nvSpPr>
        <p:spPr>
          <a:xfrm>
            <a:off x="1205070" y="122907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F35E1-F741-924E-D1DB-891881656A46}"/>
              </a:ext>
            </a:extLst>
          </p:cNvPr>
          <p:cNvSpPr txBox="1"/>
          <p:nvPr/>
        </p:nvSpPr>
        <p:spPr>
          <a:xfrm>
            <a:off x="1205070" y="179830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sam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21CF49-5FB5-1473-E496-E6B130B0E30A}"/>
              </a:ext>
            </a:extLst>
          </p:cNvPr>
          <p:cNvSpPr txBox="1"/>
          <p:nvPr/>
        </p:nvSpPr>
        <p:spPr>
          <a:xfrm>
            <a:off x="1975920" y="1751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95E22-7B67-9579-CB49-5E3B53171E30}"/>
              </a:ext>
            </a:extLst>
          </p:cNvPr>
          <p:cNvSpPr txBox="1"/>
          <p:nvPr/>
        </p:nvSpPr>
        <p:spPr>
          <a:xfrm>
            <a:off x="2474744" y="17517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08A77-6176-C68B-AF34-4ED3ECDF0D99}"/>
              </a:ext>
            </a:extLst>
          </p:cNvPr>
          <p:cNvSpPr txBox="1"/>
          <p:nvPr/>
        </p:nvSpPr>
        <p:spPr>
          <a:xfrm>
            <a:off x="3006652" y="17517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sam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319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50FD42-148D-3279-CCE2-F82941D9DDE7}"/>
              </a:ext>
            </a:extLst>
          </p:cNvPr>
          <p:cNvSpPr txBox="1"/>
          <p:nvPr/>
        </p:nvSpPr>
        <p:spPr>
          <a:xfrm>
            <a:off x="4874782" y="175613"/>
            <a:ext cx="19591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365.25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365.2425 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54300-4EEC-6833-12F2-ED820DCCC6CC}"/>
              </a:ext>
            </a:extLst>
          </p:cNvPr>
          <p:cNvSpPr txBox="1"/>
          <p:nvPr/>
        </p:nvSpPr>
        <p:spPr>
          <a:xfrm>
            <a:off x="4874782" y="993122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365.2422 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C301F-F644-2CA8-6F23-F178E60BD0C5}"/>
              </a:ext>
            </a:extLst>
          </p:cNvPr>
          <p:cNvSpPr txBox="1"/>
          <p:nvPr/>
        </p:nvSpPr>
        <p:spPr>
          <a:xfrm>
            <a:off x="2718977" y="3566328"/>
            <a:ext cx="4698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    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100    200     300     </a:t>
            </a:r>
            <a:r>
              <a:rPr lang="en-US" altLang="ko-KR" sz="2000">
                <a:latin typeface="Consolas" panose="020B0609020204030204" pitchFamily="49" charset="0"/>
              </a:rPr>
              <a:t>400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539E5-321B-3DFE-5900-CF7DEB8127E9}"/>
              </a:ext>
            </a:extLst>
          </p:cNvPr>
          <p:cNvSpPr txBox="1"/>
          <p:nvPr/>
        </p:nvSpPr>
        <p:spPr>
          <a:xfrm>
            <a:off x="5269121" y="1335735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0.0003 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99FF8-9561-B04F-A128-383634E7BFB8}"/>
              </a:ext>
            </a:extLst>
          </p:cNvPr>
          <p:cNvSpPr txBox="1"/>
          <p:nvPr/>
        </p:nvSpPr>
        <p:spPr>
          <a:xfrm>
            <a:off x="2646310" y="2348024"/>
            <a:ext cx="6109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((year%4==0)&amp;&amp;(year%100!=0))||(year%400=0)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2126C-8499-FB69-ED65-62C2BE47B9B7}"/>
              </a:ext>
            </a:extLst>
          </p:cNvPr>
          <p:cNvSpPr txBox="1"/>
          <p:nvPr/>
        </p:nvSpPr>
        <p:spPr>
          <a:xfrm>
            <a:off x="248281" y="450454"/>
            <a:ext cx="29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</a:t>
            </a:r>
            <a:r>
              <a:rPr lang="ko-KR" altLang="en-US" sz="2000">
                <a:latin typeface="Consolas" panose="020B0609020204030204" pitchFamily="49" charset="0"/>
              </a:rPr>
              <a:t>년 </a:t>
            </a:r>
            <a:r>
              <a:rPr lang="en-US" altLang="ko-KR" sz="2000">
                <a:latin typeface="Consolas" panose="020B0609020204030204" pitchFamily="49" charset="0"/>
              </a:rPr>
              <a:t>1</a:t>
            </a:r>
            <a:r>
              <a:rPr lang="ko-KR" altLang="en-US" sz="2000">
                <a:latin typeface="Consolas" panose="020B0609020204030204" pitchFamily="49" charset="0"/>
              </a:rPr>
              <a:t>월 </a:t>
            </a:r>
            <a:r>
              <a:rPr lang="en-US" altLang="ko-KR" sz="2000">
                <a:latin typeface="Consolas" panose="020B0609020204030204" pitchFamily="49" charset="0"/>
              </a:rPr>
              <a:t>1</a:t>
            </a:r>
            <a:r>
              <a:rPr lang="ko-KR" altLang="en-US" sz="2000">
                <a:latin typeface="Consolas" panose="020B0609020204030204" pitchFamily="49" charset="0"/>
              </a:rPr>
              <a:t>일  월요일</a:t>
            </a:r>
            <a:r>
              <a:rPr lang="en-US" altLang="ko-KR" sz="2000">
                <a:latin typeface="Consolas" panose="020B0609020204030204" pitchFamily="49" charset="0"/>
              </a:rPr>
              <a:t>=1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445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E2126C-8499-FB69-ED65-62C2BE47B9B7}"/>
              </a:ext>
            </a:extLst>
          </p:cNvPr>
          <p:cNvSpPr txBox="1"/>
          <p:nvPr/>
        </p:nvSpPr>
        <p:spPr>
          <a:xfrm>
            <a:off x="890178" y="377786"/>
            <a:ext cx="653255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100/32 =&gt; 100 - 32 =&gt; 68 - 32 =&gt; 36 - 32 =&gt; 4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</a:t>
            </a:r>
            <a:r>
              <a:rPr lang="ko-KR" altLang="en-US" sz="2000">
                <a:latin typeface="Consolas" panose="020B0609020204030204" pitchFamily="49" charset="0"/>
              </a:rPr>
              <a:t>몫</a:t>
            </a:r>
            <a:r>
              <a:rPr lang="en-US" altLang="ko-KR" sz="2000">
                <a:latin typeface="Consolas" panose="020B0609020204030204" pitchFamily="49" charset="0"/>
              </a:rPr>
              <a:t>: 3 , </a:t>
            </a:r>
            <a:r>
              <a:rPr lang="ko-KR" altLang="en-US" sz="2000">
                <a:latin typeface="Consolas" panose="020B0609020204030204" pitchFamily="49" charset="0"/>
              </a:rPr>
              <a:t>나머지</a:t>
            </a:r>
            <a:r>
              <a:rPr lang="en-US" altLang="ko-KR" sz="2000">
                <a:latin typeface="Consolas" panose="020B0609020204030204" pitchFamily="49" charset="0"/>
              </a:rPr>
              <a:t>:4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100//32 =&gt; 3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100%32 =&gt; 4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100/32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B84CA39-36E7-9A09-5E09-90A499C6BE17}"/>
              </a:ext>
            </a:extLst>
          </p:cNvPr>
          <p:cNvSpPr/>
          <p:nvPr/>
        </p:nvSpPr>
        <p:spPr>
          <a:xfrm>
            <a:off x="2555475" y="2694755"/>
            <a:ext cx="1810634" cy="18106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4F85E8E-C4CC-D09A-E58E-0C3E6C895BE6}"/>
              </a:ext>
            </a:extLst>
          </p:cNvPr>
          <p:cNvCxnSpPr>
            <a:endCxn id="2" idx="6"/>
          </p:cNvCxnSpPr>
          <p:nvPr/>
        </p:nvCxnSpPr>
        <p:spPr>
          <a:xfrm flipV="1">
            <a:off x="3488042" y="3600072"/>
            <a:ext cx="878067" cy="75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EA1C403-3EAB-8159-3770-79FAD8F11682}"/>
              </a:ext>
            </a:extLst>
          </p:cNvPr>
          <p:cNvCxnSpPr>
            <a:cxnSpLocks/>
          </p:cNvCxnSpPr>
          <p:nvPr/>
        </p:nvCxnSpPr>
        <p:spPr>
          <a:xfrm flipV="1">
            <a:off x="3488042" y="2761367"/>
            <a:ext cx="314893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E2310C-ED7B-676E-14BA-8424BE791087}"/>
              </a:ext>
            </a:extLst>
          </p:cNvPr>
          <p:cNvSpPr txBox="1"/>
          <p:nvPr/>
        </p:nvSpPr>
        <p:spPr>
          <a:xfrm>
            <a:off x="4275274" y="287642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D0AE0-702C-4F30-81FF-71D98EA4C487}"/>
              </a:ext>
            </a:extLst>
          </p:cNvPr>
          <p:cNvSpPr txBox="1"/>
          <p:nvPr/>
        </p:nvSpPr>
        <p:spPr>
          <a:xfrm>
            <a:off x="3758792" y="36000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31848-253D-5B9F-DD87-6340F2FA1090}"/>
              </a:ext>
            </a:extLst>
          </p:cNvPr>
          <p:cNvSpPr txBox="1"/>
          <p:nvPr/>
        </p:nvSpPr>
        <p:spPr>
          <a:xfrm>
            <a:off x="6188853" y="1616853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2*r*pi*th/360 == r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D567A-C0AD-7EB0-E813-F478147509C7}"/>
              </a:ext>
            </a:extLst>
          </p:cNvPr>
          <p:cNvSpPr txBox="1"/>
          <p:nvPr/>
        </p:nvSpPr>
        <p:spPr>
          <a:xfrm>
            <a:off x="6188852" y="2196491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1*1*pi*th/180 == 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ED116B-553E-8035-EC88-BF346039D859}"/>
              </a:ext>
            </a:extLst>
          </p:cNvPr>
          <p:cNvSpPr txBox="1"/>
          <p:nvPr/>
        </p:nvSpPr>
        <p:spPr>
          <a:xfrm>
            <a:off x="6229086" y="2776129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th == 180/pi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C144E-6191-AA70-9840-2E4B4F5A3BD0}"/>
              </a:ext>
            </a:extLst>
          </p:cNvPr>
          <p:cNvSpPr txBox="1"/>
          <p:nvPr/>
        </p:nvSpPr>
        <p:spPr>
          <a:xfrm>
            <a:off x="5460021" y="3735373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 : 180/pi = x : angle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D983A0-5DF2-9A33-77F6-CC2231CDDE01}"/>
              </a:ext>
            </a:extLst>
          </p:cNvPr>
          <p:cNvSpPr txBox="1"/>
          <p:nvPr/>
        </p:nvSpPr>
        <p:spPr>
          <a:xfrm>
            <a:off x="5460021" y="4415306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 : 180*x/pi = angle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46F69D-2A54-2165-859F-A8C981573955}"/>
              </a:ext>
            </a:extLst>
          </p:cNvPr>
          <p:cNvSpPr txBox="1"/>
          <p:nvPr/>
        </p:nvSpPr>
        <p:spPr>
          <a:xfrm>
            <a:off x="5460021" y="5074200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 = (angle*pi)/180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8298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0F49F4-7B5E-B337-0BDF-7D7D756D2BBC}"/>
              </a:ext>
            </a:extLst>
          </p:cNvPr>
          <p:cNvSpPr txBox="1"/>
          <p:nvPr/>
        </p:nvSpPr>
        <p:spPr>
          <a:xfrm>
            <a:off x="225572" y="0"/>
            <a:ext cx="46310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np.set_printoptions(suppress=True)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temp_k = tf.constant([[10,0,0],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[0,0,10]], dtype=tf.float32)  # (4, 3)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temp_v = tf.constant([[   1,0],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 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[ 100,5],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[1000,6]], dtype=tf.float32)  # (4, 2)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temp_q = tf.constant([[0, 10, 0]], dtype=tf.float32)  # (1, 3)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9683E-16D4-8F07-F89B-F195C1339994}"/>
              </a:ext>
            </a:extLst>
          </p:cNvPr>
          <p:cNvSpPr/>
          <p:nvPr/>
        </p:nvSpPr>
        <p:spPr>
          <a:xfrm>
            <a:off x="5849738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BD265E-B22B-CEDF-BFA8-254457A28857}"/>
              </a:ext>
            </a:extLst>
          </p:cNvPr>
          <p:cNvSpPr/>
          <p:nvPr/>
        </p:nvSpPr>
        <p:spPr>
          <a:xfrm>
            <a:off x="6358411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77CE1B-DB2D-7C65-CD1A-25126BFE3DFE}"/>
              </a:ext>
            </a:extLst>
          </p:cNvPr>
          <p:cNvSpPr/>
          <p:nvPr/>
        </p:nvSpPr>
        <p:spPr>
          <a:xfrm>
            <a:off x="6867084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B8362F-B440-AAD1-364C-7B38234829D6}"/>
              </a:ext>
            </a:extLst>
          </p:cNvPr>
          <p:cNvSpPr/>
          <p:nvPr/>
        </p:nvSpPr>
        <p:spPr>
          <a:xfrm>
            <a:off x="8241712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38E1CC-4ED8-B91E-E49D-35AAFE4DABE3}"/>
              </a:ext>
            </a:extLst>
          </p:cNvPr>
          <p:cNvSpPr/>
          <p:nvPr/>
        </p:nvSpPr>
        <p:spPr>
          <a:xfrm>
            <a:off x="8750385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E2C9E5-65D6-BF3B-0115-8913EE182B35}"/>
              </a:ext>
            </a:extLst>
          </p:cNvPr>
          <p:cNvSpPr/>
          <p:nvPr/>
        </p:nvSpPr>
        <p:spPr>
          <a:xfrm>
            <a:off x="9259058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8F880C-239F-DC18-DF7E-D704709A810F}"/>
              </a:ext>
            </a:extLst>
          </p:cNvPr>
          <p:cNvSpPr/>
          <p:nvPr/>
        </p:nvSpPr>
        <p:spPr>
          <a:xfrm>
            <a:off x="8241712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A5F18B-94D4-502A-B874-61EAF844CDFB}"/>
              </a:ext>
            </a:extLst>
          </p:cNvPr>
          <p:cNvSpPr/>
          <p:nvPr/>
        </p:nvSpPr>
        <p:spPr>
          <a:xfrm>
            <a:off x="8750385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B8423E-2CC8-6956-DC30-0BE26B76F464}"/>
              </a:ext>
            </a:extLst>
          </p:cNvPr>
          <p:cNvSpPr/>
          <p:nvPr/>
        </p:nvSpPr>
        <p:spPr>
          <a:xfrm>
            <a:off x="9259058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B75417-9D3F-6112-ABE9-91A98CB697BB}"/>
              </a:ext>
            </a:extLst>
          </p:cNvPr>
          <p:cNvSpPr/>
          <p:nvPr/>
        </p:nvSpPr>
        <p:spPr>
          <a:xfrm>
            <a:off x="8241712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D7F33D-C6F2-76BD-4E4D-15F018F543D5}"/>
              </a:ext>
            </a:extLst>
          </p:cNvPr>
          <p:cNvSpPr/>
          <p:nvPr/>
        </p:nvSpPr>
        <p:spPr>
          <a:xfrm>
            <a:off x="8750385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99ED05-0BCD-7746-805D-7E0EF08C9B5D}"/>
              </a:ext>
            </a:extLst>
          </p:cNvPr>
          <p:cNvSpPr/>
          <p:nvPr/>
        </p:nvSpPr>
        <p:spPr>
          <a:xfrm>
            <a:off x="9259058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D81E60-A2F3-474E-877D-22E8DB0031D5}"/>
              </a:ext>
            </a:extLst>
          </p:cNvPr>
          <p:cNvSpPr/>
          <p:nvPr/>
        </p:nvSpPr>
        <p:spPr>
          <a:xfrm>
            <a:off x="8241712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6A3990-733F-AD91-89F2-6F87B2E1218F}"/>
              </a:ext>
            </a:extLst>
          </p:cNvPr>
          <p:cNvSpPr/>
          <p:nvPr/>
        </p:nvSpPr>
        <p:spPr>
          <a:xfrm>
            <a:off x="8750385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CCBD11-B319-9EAD-F34B-5B8F72B3CD02}"/>
              </a:ext>
            </a:extLst>
          </p:cNvPr>
          <p:cNvSpPr/>
          <p:nvPr/>
        </p:nvSpPr>
        <p:spPr>
          <a:xfrm>
            <a:off x="9259058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D97BA-6CAC-2951-0C44-17C0F360887F}"/>
              </a:ext>
            </a:extLst>
          </p:cNvPr>
          <p:cNvSpPr txBox="1"/>
          <p:nvPr/>
        </p:nvSpPr>
        <p:spPr>
          <a:xfrm>
            <a:off x="6207020" y="41783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5E0EC4-2690-FC8A-1C32-A7DA9C88687B}"/>
              </a:ext>
            </a:extLst>
          </p:cNvPr>
          <p:cNvSpPr txBox="1"/>
          <p:nvPr/>
        </p:nvSpPr>
        <p:spPr>
          <a:xfrm>
            <a:off x="8241712" y="-10338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8FB6F-7BF8-5D84-1273-5840753D7BD9}"/>
              </a:ext>
            </a:extLst>
          </p:cNvPr>
          <p:cNvSpPr/>
          <p:nvPr/>
        </p:nvSpPr>
        <p:spPr>
          <a:xfrm>
            <a:off x="5795237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3FB66AC-F432-5632-047B-ABD4BD841B41}"/>
              </a:ext>
            </a:extLst>
          </p:cNvPr>
          <p:cNvSpPr/>
          <p:nvPr/>
        </p:nvSpPr>
        <p:spPr>
          <a:xfrm>
            <a:off x="6303910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4DE2C7-BE76-0577-8DFA-6B32BB33FDDA}"/>
              </a:ext>
            </a:extLst>
          </p:cNvPr>
          <p:cNvSpPr/>
          <p:nvPr/>
        </p:nvSpPr>
        <p:spPr>
          <a:xfrm>
            <a:off x="6812583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BA1F92-FE87-4F6A-6421-945ED2BF740C}"/>
              </a:ext>
            </a:extLst>
          </p:cNvPr>
          <p:cNvSpPr/>
          <p:nvPr/>
        </p:nvSpPr>
        <p:spPr>
          <a:xfrm>
            <a:off x="8187211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4B58FA-2468-EBC0-4C90-72160B9C73F5}"/>
              </a:ext>
            </a:extLst>
          </p:cNvPr>
          <p:cNvSpPr/>
          <p:nvPr/>
        </p:nvSpPr>
        <p:spPr>
          <a:xfrm>
            <a:off x="8695884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CF672B-908B-B1FF-3099-1B75DEDE3B31}"/>
              </a:ext>
            </a:extLst>
          </p:cNvPr>
          <p:cNvSpPr/>
          <p:nvPr/>
        </p:nvSpPr>
        <p:spPr>
          <a:xfrm>
            <a:off x="9204557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6D5231-FD72-5998-0B3A-2FFA07256F96}"/>
              </a:ext>
            </a:extLst>
          </p:cNvPr>
          <p:cNvSpPr/>
          <p:nvPr/>
        </p:nvSpPr>
        <p:spPr>
          <a:xfrm>
            <a:off x="8187211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C4CCD3-6591-DDB1-A38D-2BBF5639D3F2}"/>
              </a:ext>
            </a:extLst>
          </p:cNvPr>
          <p:cNvSpPr/>
          <p:nvPr/>
        </p:nvSpPr>
        <p:spPr>
          <a:xfrm>
            <a:off x="8695884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484B22-C2B5-675C-AF42-C0F66720E494}"/>
              </a:ext>
            </a:extLst>
          </p:cNvPr>
          <p:cNvSpPr/>
          <p:nvPr/>
        </p:nvSpPr>
        <p:spPr>
          <a:xfrm>
            <a:off x="9204557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E27C67-8D78-57C4-B90B-3F94F8E294DE}"/>
              </a:ext>
            </a:extLst>
          </p:cNvPr>
          <p:cNvSpPr/>
          <p:nvPr/>
        </p:nvSpPr>
        <p:spPr>
          <a:xfrm>
            <a:off x="8187211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F3976C0-E258-7C32-8992-A0CE04238FCC}"/>
              </a:ext>
            </a:extLst>
          </p:cNvPr>
          <p:cNvSpPr/>
          <p:nvPr/>
        </p:nvSpPr>
        <p:spPr>
          <a:xfrm>
            <a:off x="8695884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2BD6B1-11CB-6300-FC73-D02D078D73F5}"/>
              </a:ext>
            </a:extLst>
          </p:cNvPr>
          <p:cNvSpPr/>
          <p:nvPr/>
        </p:nvSpPr>
        <p:spPr>
          <a:xfrm>
            <a:off x="9204557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DF3323-020D-164F-9454-52E88D36AD7A}"/>
              </a:ext>
            </a:extLst>
          </p:cNvPr>
          <p:cNvSpPr txBox="1"/>
          <p:nvPr/>
        </p:nvSpPr>
        <p:spPr>
          <a:xfrm>
            <a:off x="6152519" y="3276095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FFF82-DA4C-84AF-A7E7-E5CAB145685C}"/>
              </a:ext>
            </a:extLst>
          </p:cNvPr>
          <p:cNvSpPr txBox="1"/>
          <p:nvPr/>
        </p:nvSpPr>
        <p:spPr>
          <a:xfrm>
            <a:off x="8187211" y="275487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C58927F-D87B-408A-6E7C-9AF350C284A1}"/>
              </a:ext>
            </a:extLst>
          </p:cNvPr>
          <p:cNvSpPr/>
          <p:nvPr/>
        </p:nvSpPr>
        <p:spPr>
          <a:xfrm>
            <a:off x="9713230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30CC0-471A-CD47-4ADC-8A0F0BB4F4C4}"/>
              </a:ext>
            </a:extLst>
          </p:cNvPr>
          <p:cNvSpPr/>
          <p:nvPr/>
        </p:nvSpPr>
        <p:spPr>
          <a:xfrm>
            <a:off x="9713230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A93A7C-4C31-A505-0CAF-E6269159EFAE}"/>
              </a:ext>
            </a:extLst>
          </p:cNvPr>
          <p:cNvSpPr/>
          <p:nvPr/>
        </p:nvSpPr>
        <p:spPr>
          <a:xfrm>
            <a:off x="9713230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601BCA8-5628-E5AA-42B1-51647C97502C}"/>
              </a:ext>
            </a:extLst>
          </p:cNvPr>
          <p:cNvSpPr/>
          <p:nvPr/>
        </p:nvSpPr>
        <p:spPr>
          <a:xfrm>
            <a:off x="10512573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A95822-855B-F7E5-5FCC-2CAC0D1A1795}"/>
              </a:ext>
            </a:extLst>
          </p:cNvPr>
          <p:cNvSpPr/>
          <p:nvPr/>
        </p:nvSpPr>
        <p:spPr>
          <a:xfrm>
            <a:off x="11021246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4822522-17A2-CC29-51BF-6F2E494D81A6}"/>
              </a:ext>
            </a:extLst>
          </p:cNvPr>
          <p:cNvSpPr/>
          <p:nvPr/>
        </p:nvSpPr>
        <p:spPr>
          <a:xfrm>
            <a:off x="11529919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C5C0EB-25F5-762A-7A11-566F18952F08}"/>
              </a:ext>
            </a:extLst>
          </p:cNvPr>
          <p:cNvSpPr/>
          <p:nvPr/>
        </p:nvSpPr>
        <p:spPr>
          <a:xfrm>
            <a:off x="12038592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8C9594-E886-81CA-603F-E2095957C33C}"/>
              </a:ext>
            </a:extLst>
          </p:cNvPr>
          <p:cNvSpPr/>
          <p:nvPr/>
        </p:nvSpPr>
        <p:spPr>
          <a:xfrm>
            <a:off x="10548908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B8AC8-5D45-A46D-DBCF-4019C78B9A72}"/>
              </a:ext>
            </a:extLst>
          </p:cNvPr>
          <p:cNvSpPr/>
          <p:nvPr/>
        </p:nvSpPr>
        <p:spPr>
          <a:xfrm>
            <a:off x="11057581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57.7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A53381-981D-A217-2C94-B178084AAE5A}"/>
              </a:ext>
            </a:extLst>
          </p:cNvPr>
          <p:cNvSpPr/>
          <p:nvPr/>
        </p:nvSpPr>
        <p:spPr>
          <a:xfrm>
            <a:off x="11566254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1C376BE-4DF2-C8A9-06C3-6B13228B974B}"/>
              </a:ext>
            </a:extLst>
          </p:cNvPr>
          <p:cNvSpPr/>
          <p:nvPr/>
        </p:nvSpPr>
        <p:spPr>
          <a:xfrm>
            <a:off x="12074927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29F2568-4B17-E6C4-C26A-C2B129B32B28}"/>
              </a:ext>
            </a:extLst>
          </p:cNvPr>
          <p:cNvSpPr/>
          <p:nvPr/>
        </p:nvSpPr>
        <p:spPr>
          <a:xfrm>
            <a:off x="10548908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445404-0D4E-BDE0-AFCE-C4665012214F}"/>
              </a:ext>
            </a:extLst>
          </p:cNvPr>
          <p:cNvSpPr/>
          <p:nvPr/>
        </p:nvSpPr>
        <p:spPr>
          <a:xfrm>
            <a:off x="11057581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6F056FC-81F8-94D8-1E87-DC2BE4C53E14}"/>
              </a:ext>
            </a:extLst>
          </p:cNvPr>
          <p:cNvSpPr/>
          <p:nvPr/>
        </p:nvSpPr>
        <p:spPr>
          <a:xfrm>
            <a:off x="11566254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D36C3A-CC30-9AE6-96E2-A9D2530E055F}"/>
              </a:ext>
            </a:extLst>
          </p:cNvPr>
          <p:cNvSpPr/>
          <p:nvPr/>
        </p:nvSpPr>
        <p:spPr>
          <a:xfrm>
            <a:off x="12074927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56BFC1D-A1D7-1AAD-6EA8-F951C9A4B23C}"/>
              </a:ext>
            </a:extLst>
          </p:cNvPr>
          <p:cNvSpPr/>
          <p:nvPr/>
        </p:nvSpPr>
        <p:spPr>
          <a:xfrm>
            <a:off x="1937803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5E4E3FB-5A60-2EC2-732E-1019085972CE}"/>
              </a:ext>
            </a:extLst>
          </p:cNvPr>
          <p:cNvSpPr/>
          <p:nvPr/>
        </p:nvSpPr>
        <p:spPr>
          <a:xfrm>
            <a:off x="2446476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7D43306-51AF-DEC0-D9BD-86238BF5394A}"/>
              </a:ext>
            </a:extLst>
          </p:cNvPr>
          <p:cNvSpPr/>
          <p:nvPr/>
        </p:nvSpPr>
        <p:spPr>
          <a:xfrm>
            <a:off x="2955149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1E6861E-C3F4-75BC-154C-3B0459BD8B64}"/>
              </a:ext>
            </a:extLst>
          </p:cNvPr>
          <p:cNvSpPr/>
          <p:nvPr/>
        </p:nvSpPr>
        <p:spPr>
          <a:xfrm>
            <a:off x="3463822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6AB8B3-3C70-291A-DEAF-1FC95A5C11FB}"/>
              </a:ext>
            </a:extLst>
          </p:cNvPr>
          <p:cNvSpPr txBox="1"/>
          <p:nvPr/>
        </p:nvSpPr>
        <p:spPr>
          <a:xfrm>
            <a:off x="2446476" y="486223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C2AA136-511A-D55A-5F7C-3D580F135A2F}"/>
              </a:ext>
            </a:extLst>
          </p:cNvPr>
          <p:cNvSpPr/>
          <p:nvPr/>
        </p:nvSpPr>
        <p:spPr>
          <a:xfrm>
            <a:off x="4717336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79C3046-7606-E6A9-A39C-ECE6DA193E33}"/>
              </a:ext>
            </a:extLst>
          </p:cNvPr>
          <p:cNvSpPr/>
          <p:nvPr/>
        </p:nvSpPr>
        <p:spPr>
          <a:xfrm>
            <a:off x="5226009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CEC33A7-A00E-69C4-2D58-B3549B60316E}"/>
              </a:ext>
            </a:extLst>
          </p:cNvPr>
          <p:cNvSpPr/>
          <p:nvPr/>
        </p:nvSpPr>
        <p:spPr>
          <a:xfrm>
            <a:off x="4717336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2D9FBCC-44AA-AA28-14F0-190EF8C6EEBB}"/>
              </a:ext>
            </a:extLst>
          </p:cNvPr>
          <p:cNvSpPr/>
          <p:nvPr/>
        </p:nvSpPr>
        <p:spPr>
          <a:xfrm>
            <a:off x="5226009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FCF4542-D349-46EE-4EE4-C074D47D4EF6}"/>
              </a:ext>
            </a:extLst>
          </p:cNvPr>
          <p:cNvSpPr/>
          <p:nvPr/>
        </p:nvSpPr>
        <p:spPr>
          <a:xfrm>
            <a:off x="4717336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E4A935D-12FA-F2AA-348C-D6FA656CF06B}"/>
              </a:ext>
            </a:extLst>
          </p:cNvPr>
          <p:cNvSpPr/>
          <p:nvPr/>
        </p:nvSpPr>
        <p:spPr>
          <a:xfrm>
            <a:off x="5226009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CADE8E8-7099-CBD5-D8C0-4E71DE90260F}"/>
              </a:ext>
            </a:extLst>
          </p:cNvPr>
          <p:cNvSpPr/>
          <p:nvPr/>
        </p:nvSpPr>
        <p:spPr>
          <a:xfrm>
            <a:off x="4717336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D5C97D6-46A3-9AAC-D401-57B03B0C7C07}"/>
              </a:ext>
            </a:extLst>
          </p:cNvPr>
          <p:cNvSpPr/>
          <p:nvPr/>
        </p:nvSpPr>
        <p:spPr>
          <a:xfrm>
            <a:off x="5226009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873922-A76C-A227-5E66-2BC1F7C816E1}"/>
              </a:ext>
            </a:extLst>
          </p:cNvPr>
          <p:cNvSpPr txBox="1"/>
          <p:nvPr/>
        </p:nvSpPr>
        <p:spPr>
          <a:xfrm>
            <a:off x="4578245" y="4287385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B5C30D4-700A-FB91-C841-1257BEBAD9E4}"/>
              </a:ext>
            </a:extLst>
          </p:cNvPr>
          <p:cNvSpPr/>
          <p:nvPr/>
        </p:nvSpPr>
        <p:spPr>
          <a:xfrm>
            <a:off x="6685416" y="5450504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B31C31F-DC04-D5AC-0D28-9A80ADDE273C}"/>
              </a:ext>
            </a:extLst>
          </p:cNvPr>
          <p:cNvSpPr/>
          <p:nvPr/>
        </p:nvSpPr>
        <p:spPr>
          <a:xfrm>
            <a:off x="7194089" y="5450504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018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0F49F4-7B5E-B337-0BDF-7D7D756D2BBC}"/>
              </a:ext>
            </a:extLst>
          </p:cNvPr>
          <p:cNvSpPr txBox="1"/>
          <p:nvPr/>
        </p:nvSpPr>
        <p:spPr>
          <a:xfrm>
            <a:off x="225572" y="0"/>
            <a:ext cx="46310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np.set_printoptions(suppress=True)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temp_k = tf.constant([[10,0,0],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[0,0,10]], dtype=tf.float32)  # (4, 3)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temp_v = tf.constant([[   1,0],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 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[ 100,5],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[1000,6]], dtype=tf.float32)  # (4, 2)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temp_q = tf.constant([[0, 0, 10]], dtype=tf.float32)  # (1, 3)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9683E-16D4-8F07-F89B-F195C1339994}"/>
              </a:ext>
            </a:extLst>
          </p:cNvPr>
          <p:cNvSpPr/>
          <p:nvPr/>
        </p:nvSpPr>
        <p:spPr>
          <a:xfrm>
            <a:off x="5849738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BD265E-B22B-CEDF-BFA8-254457A28857}"/>
              </a:ext>
            </a:extLst>
          </p:cNvPr>
          <p:cNvSpPr/>
          <p:nvPr/>
        </p:nvSpPr>
        <p:spPr>
          <a:xfrm>
            <a:off x="6358411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77CE1B-DB2D-7C65-CD1A-25126BFE3DFE}"/>
              </a:ext>
            </a:extLst>
          </p:cNvPr>
          <p:cNvSpPr/>
          <p:nvPr/>
        </p:nvSpPr>
        <p:spPr>
          <a:xfrm>
            <a:off x="6867084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B8362F-B440-AAD1-364C-7B38234829D6}"/>
              </a:ext>
            </a:extLst>
          </p:cNvPr>
          <p:cNvSpPr/>
          <p:nvPr/>
        </p:nvSpPr>
        <p:spPr>
          <a:xfrm>
            <a:off x="8241712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38E1CC-4ED8-B91E-E49D-35AAFE4DABE3}"/>
              </a:ext>
            </a:extLst>
          </p:cNvPr>
          <p:cNvSpPr/>
          <p:nvPr/>
        </p:nvSpPr>
        <p:spPr>
          <a:xfrm>
            <a:off x="8750385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E2C9E5-65D6-BF3B-0115-8913EE182B35}"/>
              </a:ext>
            </a:extLst>
          </p:cNvPr>
          <p:cNvSpPr/>
          <p:nvPr/>
        </p:nvSpPr>
        <p:spPr>
          <a:xfrm>
            <a:off x="9259058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8F880C-239F-DC18-DF7E-D704709A810F}"/>
              </a:ext>
            </a:extLst>
          </p:cNvPr>
          <p:cNvSpPr/>
          <p:nvPr/>
        </p:nvSpPr>
        <p:spPr>
          <a:xfrm>
            <a:off x="8241712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A5F18B-94D4-502A-B874-61EAF844CDFB}"/>
              </a:ext>
            </a:extLst>
          </p:cNvPr>
          <p:cNvSpPr/>
          <p:nvPr/>
        </p:nvSpPr>
        <p:spPr>
          <a:xfrm>
            <a:off x="8750385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B8423E-2CC8-6956-DC30-0BE26B76F464}"/>
              </a:ext>
            </a:extLst>
          </p:cNvPr>
          <p:cNvSpPr/>
          <p:nvPr/>
        </p:nvSpPr>
        <p:spPr>
          <a:xfrm>
            <a:off x="9259058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B75417-9D3F-6112-ABE9-91A98CB697BB}"/>
              </a:ext>
            </a:extLst>
          </p:cNvPr>
          <p:cNvSpPr/>
          <p:nvPr/>
        </p:nvSpPr>
        <p:spPr>
          <a:xfrm>
            <a:off x="8241712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D7F33D-C6F2-76BD-4E4D-15F018F543D5}"/>
              </a:ext>
            </a:extLst>
          </p:cNvPr>
          <p:cNvSpPr/>
          <p:nvPr/>
        </p:nvSpPr>
        <p:spPr>
          <a:xfrm>
            <a:off x="8750385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99ED05-0BCD-7746-805D-7E0EF08C9B5D}"/>
              </a:ext>
            </a:extLst>
          </p:cNvPr>
          <p:cNvSpPr/>
          <p:nvPr/>
        </p:nvSpPr>
        <p:spPr>
          <a:xfrm>
            <a:off x="9259058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D81E60-A2F3-474E-877D-22E8DB0031D5}"/>
              </a:ext>
            </a:extLst>
          </p:cNvPr>
          <p:cNvSpPr/>
          <p:nvPr/>
        </p:nvSpPr>
        <p:spPr>
          <a:xfrm>
            <a:off x="8241712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6A3990-733F-AD91-89F2-6F87B2E1218F}"/>
              </a:ext>
            </a:extLst>
          </p:cNvPr>
          <p:cNvSpPr/>
          <p:nvPr/>
        </p:nvSpPr>
        <p:spPr>
          <a:xfrm>
            <a:off x="8750385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CCBD11-B319-9EAD-F34B-5B8F72B3CD02}"/>
              </a:ext>
            </a:extLst>
          </p:cNvPr>
          <p:cNvSpPr/>
          <p:nvPr/>
        </p:nvSpPr>
        <p:spPr>
          <a:xfrm>
            <a:off x="9259058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D97BA-6CAC-2951-0C44-17C0F360887F}"/>
              </a:ext>
            </a:extLst>
          </p:cNvPr>
          <p:cNvSpPr txBox="1"/>
          <p:nvPr/>
        </p:nvSpPr>
        <p:spPr>
          <a:xfrm>
            <a:off x="6207020" y="41783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5E0EC4-2690-FC8A-1C32-A7DA9C88687B}"/>
              </a:ext>
            </a:extLst>
          </p:cNvPr>
          <p:cNvSpPr txBox="1"/>
          <p:nvPr/>
        </p:nvSpPr>
        <p:spPr>
          <a:xfrm>
            <a:off x="8241712" y="-10338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8FB6F-7BF8-5D84-1273-5840753D7BD9}"/>
              </a:ext>
            </a:extLst>
          </p:cNvPr>
          <p:cNvSpPr/>
          <p:nvPr/>
        </p:nvSpPr>
        <p:spPr>
          <a:xfrm>
            <a:off x="5795237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3FB66AC-F432-5632-047B-ABD4BD841B41}"/>
              </a:ext>
            </a:extLst>
          </p:cNvPr>
          <p:cNvSpPr/>
          <p:nvPr/>
        </p:nvSpPr>
        <p:spPr>
          <a:xfrm>
            <a:off x="6303910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4DE2C7-BE76-0577-8DFA-6B32BB33FDDA}"/>
              </a:ext>
            </a:extLst>
          </p:cNvPr>
          <p:cNvSpPr/>
          <p:nvPr/>
        </p:nvSpPr>
        <p:spPr>
          <a:xfrm>
            <a:off x="6812583" y="385138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BA1F92-FE87-4F6A-6421-945ED2BF740C}"/>
              </a:ext>
            </a:extLst>
          </p:cNvPr>
          <p:cNvSpPr/>
          <p:nvPr/>
        </p:nvSpPr>
        <p:spPr>
          <a:xfrm>
            <a:off x="8187211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4B58FA-2468-EBC0-4C90-72160B9C73F5}"/>
              </a:ext>
            </a:extLst>
          </p:cNvPr>
          <p:cNvSpPr/>
          <p:nvPr/>
        </p:nvSpPr>
        <p:spPr>
          <a:xfrm>
            <a:off x="8695884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CF672B-908B-B1FF-3099-1B75DEDE3B31}"/>
              </a:ext>
            </a:extLst>
          </p:cNvPr>
          <p:cNvSpPr/>
          <p:nvPr/>
        </p:nvSpPr>
        <p:spPr>
          <a:xfrm>
            <a:off x="9204557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6D5231-FD72-5998-0B3A-2FFA07256F96}"/>
              </a:ext>
            </a:extLst>
          </p:cNvPr>
          <p:cNvSpPr/>
          <p:nvPr/>
        </p:nvSpPr>
        <p:spPr>
          <a:xfrm>
            <a:off x="8187211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C4CCD3-6591-DDB1-A38D-2BBF5639D3F2}"/>
              </a:ext>
            </a:extLst>
          </p:cNvPr>
          <p:cNvSpPr/>
          <p:nvPr/>
        </p:nvSpPr>
        <p:spPr>
          <a:xfrm>
            <a:off x="8695884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484B22-C2B5-675C-AF42-C0F66720E494}"/>
              </a:ext>
            </a:extLst>
          </p:cNvPr>
          <p:cNvSpPr/>
          <p:nvPr/>
        </p:nvSpPr>
        <p:spPr>
          <a:xfrm>
            <a:off x="9204557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E27C67-8D78-57C4-B90B-3F94F8E294DE}"/>
              </a:ext>
            </a:extLst>
          </p:cNvPr>
          <p:cNvSpPr/>
          <p:nvPr/>
        </p:nvSpPr>
        <p:spPr>
          <a:xfrm>
            <a:off x="8187211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F3976C0-E258-7C32-8992-A0CE04238FCC}"/>
              </a:ext>
            </a:extLst>
          </p:cNvPr>
          <p:cNvSpPr/>
          <p:nvPr/>
        </p:nvSpPr>
        <p:spPr>
          <a:xfrm>
            <a:off x="8695884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2BD6B1-11CB-6300-FC73-D02D078D73F5}"/>
              </a:ext>
            </a:extLst>
          </p:cNvPr>
          <p:cNvSpPr/>
          <p:nvPr/>
        </p:nvSpPr>
        <p:spPr>
          <a:xfrm>
            <a:off x="9204557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DF3323-020D-164F-9454-52E88D36AD7A}"/>
              </a:ext>
            </a:extLst>
          </p:cNvPr>
          <p:cNvSpPr txBox="1"/>
          <p:nvPr/>
        </p:nvSpPr>
        <p:spPr>
          <a:xfrm>
            <a:off x="6152519" y="3276095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FFF82-DA4C-84AF-A7E7-E5CAB145685C}"/>
              </a:ext>
            </a:extLst>
          </p:cNvPr>
          <p:cNvSpPr txBox="1"/>
          <p:nvPr/>
        </p:nvSpPr>
        <p:spPr>
          <a:xfrm>
            <a:off x="8187211" y="275487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C58927F-D87B-408A-6E7C-9AF350C284A1}"/>
              </a:ext>
            </a:extLst>
          </p:cNvPr>
          <p:cNvSpPr/>
          <p:nvPr/>
        </p:nvSpPr>
        <p:spPr>
          <a:xfrm>
            <a:off x="9713230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30CC0-471A-CD47-4ADC-8A0F0BB4F4C4}"/>
              </a:ext>
            </a:extLst>
          </p:cNvPr>
          <p:cNvSpPr/>
          <p:nvPr/>
        </p:nvSpPr>
        <p:spPr>
          <a:xfrm>
            <a:off x="9713230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A93A7C-4C31-A505-0CAF-E6269159EFAE}"/>
              </a:ext>
            </a:extLst>
          </p:cNvPr>
          <p:cNvSpPr/>
          <p:nvPr/>
        </p:nvSpPr>
        <p:spPr>
          <a:xfrm>
            <a:off x="9713230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601BCA8-5628-E5AA-42B1-51647C97502C}"/>
              </a:ext>
            </a:extLst>
          </p:cNvPr>
          <p:cNvSpPr/>
          <p:nvPr/>
        </p:nvSpPr>
        <p:spPr>
          <a:xfrm>
            <a:off x="10512573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A95822-855B-F7E5-5FCC-2CAC0D1A1795}"/>
              </a:ext>
            </a:extLst>
          </p:cNvPr>
          <p:cNvSpPr/>
          <p:nvPr/>
        </p:nvSpPr>
        <p:spPr>
          <a:xfrm>
            <a:off x="11021246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4822522-17A2-CC29-51BF-6F2E494D81A6}"/>
              </a:ext>
            </a:extLst>
          </p:cNvPr>
          <p:cNvSpPr/>
          <p:nvPr/>
        </p:nvSpPr>
        <p:spPr>
          <a:xfrm>
            <a:off x="11529919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C5C0EB-25F5-762A-7A11-566F18952F08}"/>
              </a:ext>
            </a:extLst>
          </p:cNvPr>
          <p:cNvSpPr/>
          <p:nvPr/>
        </p:nvSpPr>
        <p:spPr>
          <a:xfrm>
            <a:off x="12038592" y="327609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8C9594-E886-81CA-603F-E2095957C33C}"/>
              </a:ext>
            </a:extLst>
          </p:cNvPr>
          <p:cNvSpPr/>
          <p:nvPr/>
        </p:nvSpPr>
        <p:spPr>
          <a:xfrm>
            <a:off x="10548908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B8AC8-5D45-A46D-DBCF-4019C78B9A72}"/>
              </a:ext>
            </a:extLst>
          </p:cNvPr>
          <p:cNvSpPr/>
          <p:nvPr/>
        </p:nvSpPr>
        <p:spPr>
          <a:xfrm>
            <a:off x="11057581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A53381-981D-A217-2C94-B178084AAE5A}"/>
              </a:ext>
            </a:extLst>
          </p:cNvPr>
          <p:cNvSpPr/>
          <p:nvPr/>
        </p:nvSpPr>
        <p:spPr>
          <a:xfrm>
            <a:off x="11566254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57.7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1C376BE-4DF2-C8A9-06C3-6B13228B974B}"/>
              </a:ext>
            </a:extLst>
          </p:cNvPr>
          <p:cNvSpPr/>
          <p:nvPr/>
        </p:nvSpPr>
        <p:spPr>
          <a:xfrm>
            <a:off x="12074927" y="428738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57.7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29F2568-4B17-E6C4-C26A-C2B129B32B28}"/>
              </a:ext>
            </a:extLst>
          </p:cNvPr>
          <p:cNvSpPr/>
          <p:nvPr/>
        </p:nvSpPr>
        <p:spPr>
          <a:xfrm>
            <a:off x="10548908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445404-0D4E-BDE0-AFCE-C4665012214F}"/>
              </a:ext>
            </a:extLst>
          </p:cNvPr>
          <p:cNvSpPr/>
          <p:nvPr/>
        </p:nvSpPr>
        <p:spPr>
          <a:xfrm>
            <a:off x="11057581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6F056FC-81F8-94D8-1E87-DC2BE4C53E14}"/>
              </a:ext>
            </a:extLst>
          </p:cNvPr>
          <p:cNvSpPr/>
          <p:nvPr/>
        </p:nvSpPr>
        <p:spPr>
          <a:xfrm>
            <a:off x="11566254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D36C3A-CC30-9AE6-96E2-A9D2530E055F}"/>
              </a:ext>
            </a:extLst>
          </p:cNvPr>
          <p:cNvSpPr/>
          <p:nvPr/>
        </p:nvSpPr>
        <p:spPr>
          <a:xfrm>
            <a:off x="12074927" y="512911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56BFC1D-A1D7-1AAD-6EA8-F951C9A4B23C}"/>
              </a:ext>
            </a:extLst>
          </p:cNvPr>
          <p:cNvSpPr/>
          <p:nvPr/>
        </p:nvSpPr>
        <p:spPr>
          <a:xfrm>
            <a:off x="1937803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5E4E3FB-5A60-2EC2-732E-1019085972CE}"/>
              </a:ext>
            </a:extLst>
          </p:cNvPr>
          <p:cNvSpPr/>
          <p:nvPr/>
        </p:nvSpPr>
        <p:spPr>
          <a:xfrm>
            <a:off x="2446476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7D43306-51AF-DEC0-D9BD-86238BF5394A}"/>
              </a:ext>
            </a:extLst>
          </p:cNvPr>
          <p:cNvSpPr/>
          <p:nvPr/>
        </p:nvSpPr>
        <p:spPr>
          <a:xfrm>
            <a:off x="2955149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1E6861E-C3F4-75BC-154C-3B0459BD8B64}"/>
              </a:ext>
            </a:extLst>
          </p:cNvPr>
          <p:cNvSpPr/>
          <p:nvPr/>
        </p:nvSpPr>
        <p:spPr>
          <a:xfrm>
            <a:off x="3463822" y="532289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6AB8B3-3C70-291A-DEAF-1FC95A5C11FB}"/>
              </a:ext>
            </a:extLst>
          </p:cNvPr>
          <p:cNvSpPr txBox="1"/>
          <p:nvPr/>
        </p:nvSpPr>
        <p:spPr>
          <a:xfrm>
            <a:off x="2446476" y="486223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C2AA136-511A-D55A-5F7C-3D580F135A2F}"/>
              </a:ext>
            </a:extLst>
          </p:cNvPr>
          <p:cNvSpPr/>
          <p:nvPr/>
        </p:nvSpPr>
        <p:spPr>
          <a:xfrm>
            <a:off x="4717336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79C3046-7606-E6A9-A39C-ECE6DA193E33}"/>
              </a:ext>
            </a:extLst>
          </p:cNvPr>
          <p:cNvSpPr/>
          <p:nvPr/>
        </p:nvSpPr>
        <p:spPr>
          <a:xfrm>
            <a:off x="5226009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CEC33A7-A00E-69C4-2D58-B3549B60316E}"/>
              </a:ext>
            </a:extLst>
          </p:cNvPr>
          <p:cNvSpPr/>
          <p:nvPr/>
        </p:nvSpPr>
        <p:spPr>
          <a:xfrm>
            <a:off x="4717336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2D9FBCC-44AA-AA28-14F0-190EF8C6EEBB}"/>
              </a:ext>
            </a:extLst>
          </p:cNvPr>
          <p:cNvSpPr/>
          <p:nvPr/>
        </p:nvSpPr>
        <p:spPr>
          <a:xfrm>
            <a:off x="5226009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FCF4542-D349-46EE-4EE4-C074D47D4EF6}"/>
              </a:ext>
            </a:extLst>
          </p:cNvPr>
          <p:cNvSpPr/>
          <p:nvPr/>
        </p:nvSpPr>
        <p:spPr>
          <a:xfrm>
            <a:off x="4717336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E4A935D-12FA-F2AA-348C-D6FA656CF06B}"/>
              </a:ext>
            </a:extLst>
          </p:cNvPr>
          <p:cNvSpPr/>
          <p:nvPr/>
        </p:nvSpPr>
        <p:spPr>
          <a:xfrm>
            <a:off x="5226009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CADE8E8-7099-CBD5-D8C0-4E71DE90260F}"/>
              </a:ext>
            </a:extLst>
          </p:cNvPr>
          <p:cNvSpPr/>
          <p:nvPr/>
        </p:nvSpPr>
        <p:spPr>
          <a:xfrm>
            <a:off x="4717336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D5C97D6-46A3-9AAC-D401-57B03B0C7C07}"/>
              </a:ext>
            </a:extLst>
          </p:cNvPr>
          <p:cNvSpPr/>
          <p:nvPr/>
        </p:nvSpPr>
        <p:spPr>
          <a:xfrm>
            <a:off x="5226009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873922-A76C-A227-5E66-2BC1F7C816E1}"/>
              </a:ext>
            </a:extLst>
          </p:cNvPr>
          <p:cNvSpPr txBox="1"/>
          <p:nvPr/>
        </p:nvSpPr>
        <p:spPr>
          <a:xfrm>
            <a:off x="4578245" y="4287385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B5C30D4-700A-FB91-C841-1257BEBAD9E4}"/>
              </a:ext>
            </a:extLst>
          </p:cNvPr>
          <p:cNvSpPr/>
          <p:nvPr/>
        </p:nvSpPr>
        <p:spPr>
          <a:xfrm>
            <a:off x="6685416" y="5450504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B31C31F-DC04-D5AC-0D28-9A80ADDE273C}"/>
              </a:ext>
            </a:extLst>
          </p:cNvPr>
          <p:cNvSpPr/>
          <p:nvPr/>
        </p:nvSpPr>
        <p:spPr>
          <a:xfrm>
            <a:off x="7194089" y="5450504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852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0F49F4-7B5E-B337-0BDF-7D7D756D2BBC}"/>
              </a:ext>
            </a:extLst>
          </p:cNvPr>
          <p:cNvSpPr txBox="1"/>
          <p:nvPr/>
        </p:nvSpPr>
        <p:spPr>
          <a:xfrm>
            <a:off x="225572" y="0"/>
            <a:ext cx="46310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np.set_printoptions(suppress=True)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temp_k = tf.constant([[10,0,0],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[0,0,10]], dtype=tf.float32)  # (4, 3)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temp_v = tf.constant([[   1,0],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 10,0],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[ 100,5],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[1000,6]], dtype=tf.float32)  # (4, 2)</a:t>
            </a:r>
          </a:p>
          <a:p>
            <a:r>
              <a:rPr lang="en-US" altLang="ko-KR">
                <a:latin typeface="Consolas" panose="020B0609020204030204" pitchFamily="49" charset="0"/>
              </a:rPr>
              <a:t>temp_q = tf.constant([[0, 0, 10],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[0, 10, 0],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              [10, 10, 0]], dtype=tf.float32)  # (3, 3)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9683E-16D4-8F07-F89B-F195C1339994}"/>
              </a:ext>
            </a:extLst>
          </p:cNvPr>
          <p:cNvSpPr/>
          <p:nvPr/>
        </p:nvSpPr>
        <p:spPr>
          <a:xfrm>
            <a:off x="5849738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BD265E-B22B-CEDF-BFA8-254457A28857}"/>
              </a:ext>
            </a:extLst>
          </p:cNvPr>
          <p:cNvSpPr/>
          <p:nvPr/>
        </p:nvSpPr>
        <p:spPr>
          <a:xfrm>
            <a:off x="6358411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77CE1B-DB2D-7C65-CD1A-25126BFE3DFE}"/>
              </a:ext>
            </a:extLst>
          </p:cNvPr>
          <p:cNvSpPr/>
          <p:nvPr/>
        </p:nvSpPr>
        <p:spPr>
          <a:xfrm>
            <a:off x="6867084" y="99312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B8362F-B440-AAD1-364C-7B38234829D6}"/>
              </a:ext>
            </a:extLst>
          </p:cNvPr>
          <p:cNvSpPr/>
          <p:nvPr/>
        </p:nvSpPr>
        <p:spPr>
          <a:xfrm>
            <a:off x="8241712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38E1CC-4ED8-B91E-E49D-35AAFE4DABE3}"/>
              </a:ext>
            </a:extLst>
          </p:cNvPr>
          <p:cNvSpPr/>
          <p:nvPr/>
        </p:nvSpPr>
        <p:spPr>
          <a:xfrm>
            <a:off x="8750385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E2C9E5-65D6-BF3B-0115-8913EE182B35}"/>
              </a:ext>
            </a:extLst>
          </p:cNvPr>
          <p:cNvSpPr/>
          <p:nvPr/>
        </p:nvSpPr>
        <p:spPr>
          <a:xfrm>
            <a:off x="9259058" y="29672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8F880C-239F-DC18-DF7E-D704709A810F}"/>
              </a:ext>
            </a:extLst>
          </p:cNvPr>
          <p:cNvSpPr/>
          <p:nvPr/>
        </p:nvSpPr>
        <p:spPr>
          <a:xfrm>
            <a:off x="8241712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A5F18B-94D4-502A-B874-61EAF844CDFB}"/>
              </a:ext>
            </a:extLst>
          </p:cNvPr>
          <p:cNvSpPr/>
          <p:nvPr/>
        </p:nvSpPr>
        <p:spPr>
          <a:xfrm>
            <a:off x="8750385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B8423E-2CC8-6956-DC30-0BE26B76F464}"/>
              </a:ext>
            </a:extLst>
          </p:cNvPr>
          <p:cNvSpPr/>
          <p:nvPr/>
        </p:nvSpPr>
        <p:spPr>
          <a:xfrm>
            <a:off x="9259058" y="80539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B75417-9D3F-6112-ABE9-91A98CB697BB}"/>
              </a:ext>
            </a:extLst>
          </p:cNvPr>
          <p:cNvSpPr/>
          <p:nvPr/>
        </p:nvSpPr>
        <p:spPr>
          <a:xfrm>
            <a:off x="8241712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D7F33D-C6F2-76BD-4E4D-15F018F543D5}"/>
              </a:ext>
            </a:extLst>
          </p:cNvPr>
          <p:cNvSpPr/>
          <p:nvPr/>
        </p:nvSpPr>
        <p:spPr>
          <a:xfrm>
            <a:off x="8750385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99ED05-0BCD-7746-805D-7E0EF08C9B5D}"/>
              </a:ext>
            </a:extLst>
          </p:cNvPr>
          <p:cNvSpPr/>
          <p:nvPr/>
        </p:nvSpPr>
        <p:spPr>
          <a:xfrm>
            <a:off x="9259058" y="131407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D81E60-A2F3-474E-877D-22E8DB0031D5}"/>
              </a:ext>
            </a:extLst>
          </p:cNvPr>
          <p:cNvSpPr/>
          <p:nvPr/>
        </p:nvSpPr>
        <p:spPr>
          <a:xfrm>
            <a:off x="8241712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6A3990-733F-AD91-89F2-6F87B2E1218F}"/>
              </a:ext>
            </a:extLst>
          </p:cNvPr>
          <p:cNvSpPr/>
          <p:nvPr/>
        </p:nvSpPr>
        <p:spPr>
          <a:xfrm>
            <a:off x="8750385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CCBD11-B319-9EAD-F34B-5B8F72B3CD02}"/>
              </a:ext>
            </a:extLst>
          </p:cNvPr>
          <p:cNvSpPr/>
          <p:nvPr/>
        </p:nvSpPr>
        <p:spPr>
          <a:xfrm>
            <a:off x="9259058" y="182274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D97BA-6CAC-2951-0C44-17C0F360887F}"/>
              </a:ext>
            </a:extLst>
          </p:cNvPr>
          <p:cNvSpPr txBox="1"/>
          <p:nvPr/>
        </p:nvSpPr>
        <p:spPr>
          <a:xfrm>
            <a:off x="6207020" y="41783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5E0EC4-2690-FC8A-1C32-A7DA9C88687B}"/>
              </a:ext>
            </a:extLst>
          </p:cNvPr>
          <p:cNvSpPr txBox="1"/>
          <p:nvPr/>
        </p:nvSpPr>
        <p:spPr>
          <a:xfrm>
            <a:off x="8241712" y="-10338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BA1F92-FE87-4F6A-6421-945ED2BF740C}"/>
              </a:ext>
            </a:extLst>
          </p:cNvPr>
          <p:cNvSpPr/>
          <p:nvPr/>
        </p:nvSpPr>
        <p:spPr>
          <a:xfrm>
            <a:off x="8187211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4B58FA-2468-EBC0-4C90-72160B9C73F5}"/>
              </a:ext>
            </a:extLst>
          </p:cNvPr>
          <p:cNvSpPr/>
          <p:nvPr/>
        </p:nvSpPr>
        <p:spPr>
          <a:xfrm>
            <a:off x="8695884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CF672B-908B-B1FF-3099-1B75DEDE3B31}"/>
              </a:ext>
            </a:extLst>
          </p:cNvPr>
          <p:cNvSpPr/>
          <p:nvPr/>
        </p:nvSpPr>
        <p:spPr>
          <a:xfrm>
            <a:off x="9204557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6D5231-FD72-5998-0B3A-2FFA07256F96}"/>
              </a:ext>
            </a:extLst>
          </p:cNvPr>
          <p:cNvSpPr/>
          <p:nvPr/>
        </p:nvSpPr>
        <p:spPr>
          <a:xfrm>
            <a:off x="8187211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C4CCD3-6591-DDB1-A38D-2BBF5639D3F2}"/>
              </a:ext>
            </a:extLst>
          </p:cNvPr>
          <p:cNvSpPr/>
          <p:nvPr/>
        </p:nvSpPr>
        <p:spPr>
          <a:xfrm>
            <a:off x="8695884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484B22-C2B5-675C-AF42-C0F66720E494}"/>
              </a:ext>
            </a:extLst>
          </p:cNvPr>
          <p:cNvSpPr/>
          <p:nvPr/>
        </p:nvSpPr>
        <p:spPr>
          <a:xfrm>
            <a:off x="9204557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E27C67-8D78-57C4-B90B-3F94F8E294DE}"/>
              </a:ext>
            </a:extLst>
          </p:cNvPr>
          <p:cNvSpPr/>
          <p:nvPr/>
        </p:nvSpPr>
        <p:spPr>
          <a:xfrm>
            <a:off x="8187211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F3976C0-E258-7C32-8992-A0CE04238FCC}"/>
              </a:ext>
            </a:extLst>
          </p:cNvPr>
          <p:cNvSpPr/>
          <p:nvPr/>
        </p:nvSpPr>
        <p:spPr>
          <a:xfrm>
            <a:off x="8695884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2BD6B1-11CB-6300-FC73-D02D078D73F5}"/>
              </a:ext>
            </a:extLst>
          </p:cNvPr>
          <p:cNvSpPr/>
          <p:nvPr/>
        </p:nvSpPr>
        <p:spPr>
          <a:xfrm>
            <a:off x="9204557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DF3323-020D-164F-9454-52E88D36AD7A}"/>
              </a:ext>
            </a:extLst>
          </p:cNvPr>
          <p:cNvSpPr txBox="1"/>
          <p:nvPr/>
        </p:nvSpPr>
        <p:spPr>
          <a:xfrm>
            <a:off x="6240422" y="275487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FFF82-DA4C-84AF-A7E7-E5CAB145685C}"/>
              </a:ext>
            </a:extLst>
          </p:cNvPr>
          <p:cNvSpPr txBox="1"/>
          <p:nvPr/>
        </p:nvSpPr>
        <p:spPr>
          <a:xfrm>
            <a:off x="8187211" y="275487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C58927F-D87B-408A-6E7C-9AF350C284A1}"/>
              </a:ext>
            </a:extLst>
          </p:cNvPr>
          <p:cNvSpPr/>
          <p:nvPr/>
        </p:nvSpPr>
        <p:spPr>
          <a:xfrm>
            <a:off x="9713230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630CC0-471A-CD47-4ADC-8A0F0BB4F4C4}"/>
              </a:ext>
            </a:extLst>
          </p:cNvPr>
          <p:cNvSpPr/>
          <p:nvPr/>
        </p:nvSpPr>
        <p:spPr>
          <a:xfrm>
            <a:off x="9713230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A93A7C-4C31-A505-0CAF-E6269159EFAE}"/>
              </a:ext>
            </a:extLst>
          </p:cNvPr>
          <p:cNvSpPr/>
          <p:nvPr/>
        </p:nvSpPr>
        <p:spPr>
          <a:xfrm>
            <a:off x="9713230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601BCA8-5628-E5AA-42B1-51647C97502C}"/>
              </a:ext>
            </a:extLst>
          </p:cNvPr>
          <p:cNvSpPr/>
          <p:nvPr/>
        </p:nvSpPr>
        <p:spPr>
          <a:xfrm>
            <a:off x="10567074" y="316147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A95822-855B-F7E5-5FCC-2CAC0D1A1795}"/>
              </a:ext>
            </a:extLst>
          </p:cNvPr>
          <p:cNvSpPr/>
          <p:nvPr/>
        </p:nvSpPr>
        <p:spPr>
          <a:xfrm>
            <a:off x="11075747" y="316147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4822522-17A2-CC29-51BF-6F2E494D81A6}"/>
              </a:ext>
            </a:extLst>
          </p:cNvPr>
          <p:cNvSpPr/>
          <p:nvPr/>
        </p:nvSpPr>
        <p:spPr>
          <a:xfrm>
            <a:off x="11584420" y="316147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7C5C0EB-25F5-762A-7A11-566F18952F08}"/>
              </a:ext>
            </a:extLst>
          </p:cNvPr>
          <p:cNvSpPr/>
          <p:nvPr/>
        </p:nvSpPr>
        <p:spPr>
          <a:xfrm>
            <a:off x="12093093" y="316147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6AB8B3-3C70-291A-DEAF-1FC95A5C11FB}"/>
              </a:ext>
            </a:extLst>
          </p:cNvPr>
          <p:cNvSpPr txBox="1"/>
          <p:nvPr/>
        </p:nvSpPr>
        <p:spPr>
          <a:xfrm>
            <a:off x="2446476" y="486223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C2AA136-511A-D55A-5F7C-3D580F135A2F}"/>
              </a:ext>
            </a:extLst>
          </p:cNvPr>
          <p:cNvSpPr/>
          <p:nvPr/>
        </p:nvSpPr>
        <p:spPr>
          <a:xfrm>
            <a:off x="4717336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79C3046-7606-E6A9-A39C-ECE6DA193E33}"/>
              </a:ext>
            </a:extLst>
          </p:cNvPr>
          <p:cNvSpPr/>
          <p:nvPr/>
        </p:nvSpPr>
        <p:spPr>
          <a:xfrm>
            <a:off x="5226009" y="47536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CEC33A7-A00E-69C4-2D58-B3549B60316E}"/>
              </a:ext>
            </a:extLst>
          </p:cNvPr>
          <p:cNvSpPr/>
          <p:nvPr/>
        </p:nvSpPr>
        <p:spPr>
          <a:xfrm>
            <a:off x="4717336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2D9FBCC-44AA-AA28-14F0-190EF8C6EEBB}"/>
              </a:ext>
            </a:extLst>
          </p:cNvPr>
          <p:cNvSpPr/>
          <p:nvPr/>
        </p:nvSpPr>
        <p:spPr>
          <a:xfrm>
            <a:off x="5226009" y="526234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FCF4542-D349-46EE-4EE4-C074D47D4EF6}"/>
              </a:ext>
            </a:extLst>
          </p:cNvPr>
          <p:cNvSpPr/>
          <p:nvPr/>
        </p:nvSpPr>
        <p:spPr>
          <a:xfrm>
            <a:off x="4717336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E4A935D-12FA-F2AA-348C-D6FA656CF06B}"/>
              </a:ext>
            </a:extLst>
          </p:cNvPr>
          <p:cNvSpPr/>
          <p:nvPr/>
        </p:nvSpPr>
        <p:spPr>
          <a:xfrm>
            <a:off x="5226009" y="5771015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CADE8E8-7099-CBD5-D8C0-4E71DE90260F}"/>
              </a:ext>
            </a:extLst>
          </p:cNvPr>
          <p:cNvSpPr/>
          <p:nvPr/>
        </p:nvSpPr>
        <p:spPr>
          <a:xfrm>
            <a:off x="4717336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D5C97D6-46A3-9AAC-D401-57B03B0C7C07}"/>
              </a:ext>
            </a:extLst>
          </p:cNvPr>
          <p:cNvSpPr/>
          <p:nvPr/>
        </p:nvSpPr>
        <p:spPr>
          <a:xfrm>
            <a:off x="5226009" y="6279688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873922-A76C-A227-5E66-2BC1F7C816E1}"/>
              </a:ext>
            </a:extLst>
          </p:cNvPr>
          <p:cNvSpPr txBox="1"/>
          <p:nvPr/>
        </p:nvSpPr>
        <p:spPr>
          <a:xfrm>
            <a:off x="4578245" y="4287385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B5C30D4-700A-FB91-C841-1257BEBAD9E4}"/>
              </a:ext>
            </a:extLst>
          </p:cNvPr>
          <p:cNvSpPr/>
          <p:nvPr/>
        </p:nvSpPr>
        <p:spPr>
          <a:xfrm>
            <a:off x="6779370" y="506250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B31C31F-DC04-D5AC-0D28-9A80ADDE273C}"/>
              </a:ext>
            </a:extLst>
          </p:cNvPr>
          <p:cNvSpPr/>
          <p:nvPr/>
        </p:nvSpPr>
        <p:spPr>
          <a:xfrm>
            <a:off x="7288043" y="506250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117D19-2730-9AE3-78C1-89F932F2AB5E}"/>
              </a:ext>
            </a:extLst>
          </p:cNvPr>
          <p:cNvSpPr/>
          <p:nvPr/>
        </p:nvSpPr>
        <p:spPr>
          <a:xfrm>
            <a:off x="5849738" y="150179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158FC-9043-CE1D-22C2-FE700D33F617}"/>
              </a:ext>
            </a:extLst>
          </p:cNvPr>
          <p:cNvSpPr/>
          <p:nvPr/>
        </p:nvSpPr>
        <p:spPr>
          <a:xfrm>
            <a:off x="6358411" y="150179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B4B87-0DEB-46FB-FFD3-BE94006E9CAC}"/>
              </a:ext>
            </a:extLst>
          </p:cNvPr>
          <p:cNvSpPr/>
          <p:nvPr/>
        </p:nvSpPr>
        <p:spPr>
          <a:xfrm>
            <a:off x="6867084" y="150179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8C1C19-BDCC-2E64-626B-A746D013FBCA}"/>
              </a:ext>
            </a:extLst>
          </p:cNvPr>
          <p:cNvSpPr/>
          <p:nvPr/>
        </p:nvSpPr>
        <p:spPr>
          <a:xfrm>
            <a:off x="5849738" y="20104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3032A3-3E5F-E05F-DDB2-EDFD8C9C0EC3}"/>
              </a:ext>
            </a:extLst>
          </p:cNvPr>
          <p:cNvSpPr/>
          <p:nvPr/>
        </p:nvSpPr>
        <p:spPr>
          <a:xfrm>
            <a:off x="6358411" y="20104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C462EC-9278-3359-AF3D-55EFEE4D5177}"/>
              </a:ext>
            </a:extLst>
          </p:cNvPr>
          <p:cNvSpPr/>
          <p:nvPr/>
        </p:nvSpPr>
        <p:spPr>
          <a:xfrm>
            <a:off x="6867084" y="201046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E9DFC2-491C-BA89-BDB8-FEB8063468E6}"/>
              </a:ext>
            </a:extLst>
          </p:cNvPr>
          <p:cNvSpPr/>
          <p:nvPr/>
        </p:nvSpPr>
        <p:spPr>
          <a:xfrm>
            <a:off x="6016361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FE90904-C74C-2CF2-D96F-8856593BC3A7}"/>
              </a:ext>
            </a:extLst>
          </p:cNvPr>
          <p:cNvSpPr/>
          <p:nvPr/>
        </p:nvSpPr>
        <p:spPr>
          <a:xfrm>
            <a:off x="6525034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B9B3FBC-3487-FA84-6CD5-C18D61933943}"/>
              </a:ext>
            </a:extLst>
          </p:cNvPr>
          <p:cNvSpPr/>
          <p:nvPr/>
        </p:nvSpPr>
        <p:spPr>
          <a:xfrm>
            <a:off x="7033707" y="315498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A1FDAF2-6C86-3887-3053-CC87AE596742}"/>
              </a:ext>
            </a:extLst>
          </p:cNvPr>
          <p:cNvSpPr/>
          <p:nvPr/>
        </p:nvSpPr>
        <p:spPr>
          <a:xfrm>
            <a:off x="6016361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93C5D25-A865-40AF-24AC-CDCCCAD14B1B}"/>
              </a:ext>
            </a:extLst>
          </p:cNvPr>
          <p:cNvSpPr/>
          <p:nvPr/>
        </p:nvSpPr>
        <p:spPr>
          <a:xfrm>
            <a:off x="6525034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81A363-3765-32C0-1CE6-C89A79581BE4}"/>
              </a:ext>
            </a:extLst>
          </p:cNvPr>
          <p:cNvSpPr/>
          <p:nvPr/>
        </p:nvSpPr>
        <p:spPr>
          <a:xfrm>
            <a:off x="7033707" y="3663656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6DC400-096E-5234-A19F-1E96D8D04EC0}"/>
              </a:ext>
            </a:extLst>
          </p:cNvPr>
          <p:cNvSpPr/>
          <p:nvPr/>
        </p:nvSpPr>
        <p:spPr>
          <a:xfrm>
            <a:off x="6016361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CC275A-E800-13A2-78E0-6BEB2A0EEFEC}"/>
              </a:ext>
            </a:extLst>
          </p:cNvPr>
          <p:cNvSpPr/>
          <p:nvPr/>
        </p:nvSpPr>
        <p:spPr>
          <a:xfrm>
            <a:off x="6525034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DA354C2-6A40-315C-8FD5-69E2BEB67F2F}"/>
              </a:ext>
            </a:extLst>
          </p:cNvPr>
          <p:cNvSpPr/>
          <p:nvPr/>
        </p:nvSpPr>
        <p:spPr>
          <a:xfrm>
            <a:off x="7033707" y="417232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F723656-23C6-D1B2-8724-4D84E5A7421F}"/>
              </a:ext>
            </a:extLst>
          </p:cNvPr>
          <p:cNvSpPr/>
          <p:nvPr/>
        </p:nvSpPr>
        <p:spPr>
          <a:xfrm>
            <a:off x="10567074" y="367014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A56B503-9447-A832-121A-0BABB5C1391D}"/>
              </a:ext>
            </a:extLst>
          </p:cNvPr>
          <p:cNvSpPr/>
          <p:nvPr/>
        </p:nvSpPr>
        <p:spPr>
          <a:xfrm>
            <a:off x="11075747" y="367014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BB8F139-DE45-C62B-43C2-308E62E4D1CE}"/>
              </a:ext>
            </a:extLst>
          </p:cNvPr>
          <p:cNvSpPr/>
          <p:nvPr/>
        </p:nvSpPr>
        <p:spPr>
          <a:xfrm>
            <a:off x="11584420" y="367014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01C1F80-F251-4AEA-EF08-C2EC43B9AD81}"/>
              </a:ext>
            </a:extLst>
          </p:cNvPr>
          <p:cNvSpPr/>
          <p:nvPr/>
        </p:nvSpPr>
        <p:spPr>
          <a:xfrm>
            <a:off x="12093093" y="367014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D1696FB-D91C-C8D5-6E05-E11A95B19039}"/>
              </a:ext>
            </a:extLst>
          </p:cNvPr>
          <p:cNvSpPr/>
          <p:nvPr/>
        </p:nvSpPr>
        <p:spPr>
          <a:xfrm>
            <a:off x="10567074" y="417882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626AA90-325E-DA61-724A-F28D16C61690}"/>
              </a:ext>
            </a:extLst>
          </p:cNvPr>
          <p:cNvSpPr/>
          <p:nvPr/>
        </p:nvSpPr>
        <p:spPr>
          <a:xfrm>
            <a:off x="11075747" y="417882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525BDC2-01BE-AD81-8EDA-D54267CE737C}"/>
              </a:ext>
            </a:extLst>
          </p:cNvPr>
          <p:cNvSpPr/>
          <p:nvPr/>
        </p:nvSpPr>
        <p:spPr>
          <a:xfrm>
            <a:off x="11584420" y="417882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9AD7D7-8225-9E95-D3CE-81D5058A748F}"/>
              </a:ext>
            </a:extLst>
          </p:cNvPr>
          <p:cNvSpPr/>
          <p:nvPr/>
        </p:nvSpPr>
        <p:spPr>
          <a:xfrm>
            <a:off x="12093093" y="417882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1DF17D1-4F07-FF1F-1238-633EC469A84D}"/>
              </a:ext>
            </a:extLst>
          </p:cNvPr>
          <p:cNvSpPr/>
          <p:nvPr/>
        </p:nvSpPr>
        <p:spPr>
          <a:xfrm>
            <a:off x="1919635" y="5196167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CE43132-99E7-2AA0-C488-1AD13B4717AE}"/>
              </a:ext>
            </a:extLst>
          </p:cNvPr>
          <p:cNvSpPr/>
          <p:nvPr/>
        </p:nvSpPr>
        <p:spPr>
          <a:xfrm>
            <a:off x="2428308" y="5196167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234EB94-A739-AF3A-7752-FA9D2C46F0A5}"/>
              </a:ext>
            </a:extLst>
          </p:cNvPr>
          <p:cNvSpPr/>
          <p:nvPr/>
        </p:nvSpPr>
        <p:spPr>
          <a:xfrm>
            <a:off x="2936981" y="5196167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EDD6FC7-591E-B1B9-5544-1155842F20FE}"/>
              </a:ext>
            </a:extLst>
          </p:cNvPr>
          <p:cNvSpPr/>
          <p:nvPr/>
        </p:nvSpPr>
        <p:spPr>
          <a:xfrm>
            <a:off x="3445654" y="5196167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B4B6826-C072-7F9D-95B3-A341A7606CD1}"/>
              </a:ext>
            </a:extLst>
          </p:cNvPr>
          <p:cNvSpPr/>
          <p:nvPr/>
        </p:nvSpPr>
        <p:spPr>
          <a:xfrm>
            <a:off x="1919635" y="570484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8552259-5EE3-E516-EED9-ED3065C0F870}"/>
              </a:ext>
            </a:extLst>
          </p:cNvPr>
          <p:cNvSpPr/>
          <p:nvPr/>
        </p:nvSpPr>
        <p:spPr>
          <a:xfrm>
            <a:off x="2428308" y="570484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557BC72-C7B0-388C-5D48-72440A848E08}"/>
              </a:ext>
            </a:extLst>
          </p:cNvPr>
          <p:cNvSpPr/>
          <p:nvPr/>
        </p:nvSpPr>
        <p:spPr>
          <a:xfrm>
            <a:off x="2936981" y="570484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D7F9232-BFEA-FD54-8871-134CCED46568}"/>
              </a:ext>
            </a:extLst>
          </p:cNvPr>
          <p:cNvSpPr/>
          <p:nvPr/>
        </p:nvSpPr>
        <p:spPr>
          <a:xfrm>
            <a:off x="3445654" y="5704840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C6FBC5E-BC17-1806-29BF-55F2D335E0FF}"/>
              </a:ext>
            </a:extLst>
          </p:cNvPr>
          <p:cNvSpPr/>
          <p:nvPr/>
        </p:nvSpPr>
        <p:spPr>
          <a:xfrm>
            <a:off x="1919635" y="621351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E54FA30-DAF0-853D-0B66-9EB70B3C556B}"/>
              </a:ext>
            </a:extLst>
          </p:cNvPr>
          <p:cNvSpPr/>
          <p:nvPr/>
        </p:nvSpPr>
        <p:spPr>
          <a:xfrm>
            <a:off x="2428308" y="621351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1BC0F0A-4D88-E1B5-DF30-919035B57473}"/>
              </a:ext>
            </a:extLst>
          </p:cNvPr>
          <p:cNvSpPr/>
          <p:nvPr/>
        </p:nvSpPr>
        <p:spPr>
          <a:xfrm>
            <a:off x="2936981" y="621351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6709083-A2AF-686D-C82C-3D862DC4E847}"/>
              </a:ext>
            </a:extLst>
          </p:cNvPr>
          <p:cNvSpPr/>
          <p:nvPr/>
        </p:nvSpPr>
        <p:spPr>
          <a:xfrm>
            <a:off x="3445654" y="6213513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C13D72-54DD-8F74-7F7B-A8FB6BB9ACA2}"/>
              </a:ext>
            </a:extLst>
          </p:cNvPr>
          <p:cNvSpPr/>
          <p:nvPr/>
        </p:nvSpPr>
        <p:spPr>
          <a:xfrm>
            <a:off x="6779370" y="557117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5BAFC23-8E0D-610F-8CF0-29D75ED7E90E}"/>
              </a:ext>
            </a:extLst>
          </p:cNvPr>
          <p:cNvSpPr/>
          <p:nvPr/>
        </p:nvSpPr>
        <p:spPr>
          <a:xfrm>
            <a:off x="7288043" y="5571179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673612A-8848-3918-CA76-DAA64AD032D1}"/>
              </a:ext>
            </a:extLst>
          </p:cNvPr>
          <p:cNvSpPr/>
          <p:nvPr/>
        </p:nvSpPr>
        <p:spPr>
          <a:xfrm>
            <a:off x="6779370" y="607985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3CB5EFA-4CB2-7CA9-6AF7-56ECB42E4146}"/>
              </a:ext>
            </a:extLst>
          </p:cNvPr>
          <p:cNvSpPr/>
          <p:nvPr/>
        </p:nvSpPr>
        <p:spPr>
          <a:xfrm>
            <a:off x="7288043" y="6079852"/>
            <a:ext cx="508673" cy="508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328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타원 27">
            <a:extLst>
              <a:ext uri="{FF2B5EF4-FFF2-40B4-BE49-F238E27FC236}">
                <a16:creationId xmlns:a16="http://schemas.microsoft.com/office/drawing/2014/main" id="{9A12230F-C7D3-F849-757F-8BAC7227DB16}"/>
              </a:ext>
            </a:extLst>
          </p:cNvPr>
          <p:cNvSpPr/>
          <p:nvPr/>
        </p:nvSpPr>
        <p:spPr>
          <a:xfrm>
            <a:off x="2113412" y="769067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60066A0-8B5A-2979-33F1-B4C8B7DF3272}"/>
              </a:ext>
            </a:extLst>
          </p:cNvPr>
          <p:cNvSpPr/>
          <p:nvPr/>
        </p:nvSpPr>
        <p:spPr>
          <a:xfrm>
            <a:off x="2113411" y="1581531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3261CAE-1267-E876-160C-2428C7336E44}"/>
              </a:ext>
            </a:extLst>
          </p:cNvPr>
          <p:cNvSpPr/>
          <p:nvPr/>
        </p:nvSpPr>
        <p:spPr>
          <a:xfrm>
            <a:off x="2113410" y="2393995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A58AB0E-6152-9E84-8F02-4AD87E7BD28D}"/>
              </a:ext>
            </a:extLst>
          </p:cNvPr>
          <p:cNvSpPr/>
          <p:nvPr/>
        </p:nvSpPr>
        <p:spPr>
          <a:xfrm>
            <a:off x="2113409" y="3206459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6B845EF-D6E1-5249-090A-B1772FF42602}"/>
              </a:ext>
            </a:extLst>
          </p:cNvPr>
          <p:cNvSpPr/>
          <p:nvPr/>
        </p:nvSpPr>
        <p:spPr>
          <a:xfrm>
            <a:off x="2113408" y="4018923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B625C64-B380-61E4-85A0-E9D3BDB9BD6A}"/>
              </a:ext>
            </a:extLst>
          </p:cNvPr>
          <p:cNvSpPr/>
          <p:nvPr/>
        </p:nvSpPr>
        <p:spPr>
          <a:xfrm>
            <a:off x="3857434" y="769067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AB2BE4C-3A35-0648-C22D-80EC303D0118}"/>
              </a:ext>
            </a:extLst>
          </p:cNvPr>
          <p:cNvSpPr/>
          <p:nvPr/>
        </p:nvSpPr>
        <p:spPr>
          <a:xfrm>
            <a:off x="3857433" y="1581531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4E199DE-0187-199F-0126-513EEF00909F}"/>
              </a:ext>
            </a:extLst>
          </p:cNvPr>
          <p:cNvSpPr/>
          <p:nvPr/>
        </p:nvSpPr>
        <p:spPr>
          <a:xfrm>
            <a:off x="3857432" y="2393995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A653456-6617-D16D-6105-8715C3D01078}"/>
              </a:ext>
            </a:extLst>
          </p:cNvPr>
          <p:cNvSpPr/>
          <p:nvPr/>
        </p:nvSpPr>
        <p:spPr>
          <a:xfrm>
            <a:off x="3857431" y="3206459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281D07E-A6C7-AE64-666B-3F4F52C73FC3}"/>
              </a:ext>
            </a:extLst>
          </p:cNvPr>
          <p:cNvSpPr/>
          <p:nvPr/>
        </p:nvSpPr>
        <p:spPr>
          <a:xfrm>
            <a:off x="3857430" y="4018923"/>
            <a:ext cx="569229" cy="56922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9512737-EEFA-2F0F-A69C-6BA6335FD03C}"/>
              </a:ext>
            </a:extLst>
          </p:cNvPr>
          <p:cNvCxnSpPr>
            <a:stCxn id="28" idx="6"/>
            <a:endCxn id="57" idx="2"/>
          </p:cNvCxnSpPr>
          <p:nvPr/>
        </p:nvCxnSpPr>
        <p:spPr>
          <a:xfrm>
            <a:off x="2682641" y="1053682"/>
            <a:ext cx="117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D82113A-ED7D-54E1-174E-538067335F05}"/>
              </a:ext>
            </a:extLst>
          </p:cNvPr>
          <p:cNvCxnSpPr>
            <a:cxnSpLocks/>
            <a:stCxn id="28" idx="6"/>
            <a:endCxn id="58" idx="2"/>
          </p:cNvCxnSpPr>
          <p:nvPr/>
        </p:nvCxnSpPr>
        <p:spPr>
          <a:xfrm>
            <a:off x="2682641" y="1053682"/>
            <a:ext cx="1174792" cy="81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B9C5104-74B3-BB65-B8BF-CB6B059528AF}"/>
              </a:ext>
            </a:extLst>
          </p:cNvPr>
          <p:cNvCxnSpPr>
            <a:cxnSpLocks/>
            <a:stCxn id="28" idx="6"/>
            <a:endCxn id="59" idx="2"/>
          </p:cNvCxnSpPr>
          <p:nvPr/>
        </p:nvCxnSpPr>
        <p:spPr>
          <a:xfrm>
            <a:off x="2682641" y="1053682"/>
            <a:ext cx="1174791" cy="162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091F2B39-1B31-99DC-DFCE-FD966DE973D4}"/>
              </a:ext>
            </a:extLst>
          </p:cNvPr>
          <p:cNvCxnSpPr>
            <a:cxnSpLocks/>
            <a:stCxn id="28" idx="6"/>
            <a:endCxn id="60" idx="2"/>
          </p:cNvCxnSpPr>
          <p:nvPr/>
        </p:nvCxnSpPr>
        <p:spPr>
          <a:xfrm>
            <a:off x="2682641" y="1053682"/>
            <a:ext cx="1174790" cy="2437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65391114-7AB0-0CE0-A428-C1F24FD6C94E}"/>
              </a:ext>
            </a:extLst>
          </p:cNvPr>
          <p:cNvCxnSpPr>
            <a:cxnSpLocks/>
            <a:stCxn id="29" idx="6"/>
            <a:endCxn id="61" idx="2"/>
          </p:cNvCxnSpPr>
          <p:nvPr/>
        </p:nvCxnSpPr>
        <p:spPr>
          <a:xfrm>
            <a:off x="2682640" y="1866146"/>
            <a:ext cx="1174790" cy="2437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2F22AA17-9B7D-D485-E0A5-A96A7333D571}"/>
              </a:ext>
            </a:extLst>
          </p:cNvPr>
          <p:cNvCxnSpPr>
            <a:cxnSpLocks/>
            <a:stCxn id="30" idx="6"/>
            <a:endCxn id="61" idx="2"/>
          </p:cNvCxnSpPr>
          <p:nvPr/>
        </p:nvCxnSpPr>
        <p:spPr>
          <a:xfrm>
            <a:off x="2682639" y="2678610"/>
            <a:ext cx="1174791" cy="162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CE67913-F13C-457D-D1C0-1F7BA8475487}"/>
              </a:ext>
            </a:extLst>
          </p:cNvPr>
          <p:cNvCxnSpPr>
            <a:cxnSpLocks/>
            <a:stCxn id="55" idx="6"/>
            <a:endCxn id="61" idx="2"/>
          </p:cNvCxnSpPr>
          <p:nvPr/>
        </p:nvCxnSpPr>
        <p:spPr>
          <a:xfrm>
            <a:off x="2682638" y="3491074"/>
            <a:ext cx="1174792" cy="81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4224A2A7-380C-A233-BC80-54F09588FC5B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2682637" y="4303537"/>
            <a:ext cx="11202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D10163B2-A83B-9DCD-C528-9EAC5CC5A8A9}"/>
              </a:ext>
            </a:extLst>
          </p:cNvPr>
          <p:cNvCxnSpPr>
            <a:cxnSpLocks/>
            <a:stCxn id="28" idx="6"/>
            <a:endCxn id="61" idx="2"/>
          </p:cNvCxnSpPr>
          <p:nvPr/>
        </p:nvCxnSpPr>
        <p:spPr>
          <a:xfrm>
            <a:off x="2682641" y="1053682"/>
            <a:ext cx="1174789" cy="3249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C45F34C9-9462-3D79-3007-89B587FB7CB8}"/>
              </a:ext>
            </a:extLst>
          </p:cNvPr>
          <p:cNvSpPr/>
          <p:nvPr/>
        </p:nvSpPr>
        <p:spPr>
          <a:xfrm>
            <a:off x="4965614" y="1641583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73B526A-29F1-9FAA-9395-D5B23CE1C777}"/>
              </a:ext>
            </a:extLst>
          </p:cNvPr>
          <p:cNvSpPr/>
          <p:nvPr/>
        </p:nvSpPr>
        <p:spPr>
          <a:xfrm>
            <a:off x="5409694" y="1641583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4E5C56F-2623-67CF-087C-CDC4FA4CB0F9}"/>
              </a:ext>
            </a:extLst>
          </p:cNvPr>
          <p:cNvSpPr/>
          <p:nvPr/>
        </p:nvSpPr>
        <p:spPr>
          <a:xfrm>
            <a:off x="5853774" y="1641583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B9BAB9D-DDE1-562B-C331-2957AB05C79C}"/>
              </a:ext>
            </a:extLst>
          </p:cNvPr>
          <p:cNvSpPr/>
          <p:nvPr/>
        </p:nvSpPr>
        <p:spPr>
          <a:xfrm>
            <a:off x="6297854" y="1641583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CEE65697-E47C-AFFE-953E-278CFD63BB74}"/>
              </a:ext>
            </a:extLst>
          </p:cNvPr>
          <p:cNvSpPr/>
          <p:nvPr/>
        </p:nvSpPr>
        <p:spPr>
          <a:xfrm>
            <a:off x="6741934" y="1641583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86093CA-8902-770F-DB2F-C8CE725B9DF2}"/>
              </a:ext>
            </a:extLst>
          </p:cNvPr>
          <p:cNvSpPr/>
          <p:nvPr/>
        </p:nvSpPr>
        <p:spPr>
          <a:xfrm>
            <a:off x="4965614" y="2090709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EBB2FA4-360A-3A45-8CE2-A51F37E94878}"/>
              </a:ext>
            </a:extLst>
          </p:cNvPr>
          <p:cNvSpPr/>
          <p:nvPr/>
        </p:nvSpPr>
        <p:spPr>
          <a:xfrm>
            <a:off x="5409694" y="2090709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25596A3-A338-F5D4-F9CF-E5D82E7F1C6E}"/>
              </a:ext>
            </a:extLst>
          </p:cNvPr>
          <p:cNvSpPr/>
          <p:nvPr/>
        </p:nvSpPr>
        <p:spPr>
          <a:xfrm>
            <a:off x="5853774" y="2090709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DE66FBC-782C-5F23-50E9-4156726C85C6}"/>
              </a:ext>
            </a:extLst>
          </p:cNvPr>
          <p:cNvSpPr/>
          <p:nvPr/>
        </p:nvSpPr>
        <p:spPr>
          <a:xfrm>
            <a:off x="6297854" y="2090709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9161EEC7-8CEC-B983-52A3-AEEC82FC3906}"/>
              </a:ext>
            </a:extLst>
          </p:cNvPr>
          <p:cNvSpPr/>
          <p:nvPr/>
        </p:nvSpPr>
        <p:spPr>
          <a:xfrm>
            <a:off x="6741934" y="2090709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CC350E6-840F-BA97-2D1F-371C50D54379}"/>
              </a:ext>
            </a:extLst>
          </p:cNvPr>
          <p:cNvSpPr/>
          <p:nvPr/>
        </p:nvSpPr>
        <p:spPr>
          <a:xfrm>
            <a:off x="4965614" y="2539835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62DB645-94F7-E678-43CD-804B917151B0}"/>
              </a:ext>
            </a:extLst>
          </p:cNvPr>
          <p:cNvSpPr/>
          <p:nvPr/>
        </p:nvSpPr>
        <p:spPr>
          <a:xfrm>
            <a:off x="5409694" y="2539835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784049C-6F92-88CA-A7B6-F5419BB24A0B}"/>
              </a:ext>
            </a:extLst>
          </p:cNvPr>
          <p:cNvSpPr/>
          <p:nvPr/>
        </p:nvSpPr>
        <p:spPr>
          <a:xfrm>
            <a:off x="5853774" y="2539835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AF17B7AC-0484-7DA5-623B-BB26EA3A38FE}"/>
              </a:ext>
            </a:extLst>
          </p:cNvPr>
          <p:cNvSpPr/>
          <p:nvPr/>
        </p:nvSpPr>
        <p:spPr>
          <a:xfrm>
            <a:off x="6297854" y="2539835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6B175D9-3512-DB2F-FA3E-485B4FC5DB2E}"/>
              </a:ext>
            </a:extLst>
          </p:cNvPr>
          <p:cNvSpPr/>
          <p:nvPr/>
        </p:nvSpPr>
        <p:spPr>
          <a:xfrm>
            <a:off x="6741934" y="2539835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B1572D3-F067-A1CF-0C88-C240A94B1530}"/>
              </a:ext>
            </a:extLst>
          </p:cNvPr>
          <p:cNvSpPr/>
          <p:nvPr/>
        </p:nvSpPr>
        <p:spPr>
          <a:xfrm>
            <a:off x="8090318" y="125250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0C15E4B-F419-3016-D80B-028CFDF60547}"/>
              </a:ext>
            </a:extLst>
          </p:cNvPr>
          <p:cNvSpPr/>
          <p:nvPr/>
        </p:nvSpPr>
        <p:spPr>
          <a:xfrm>
            <a:off x="8534398" y="125250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354CC82-DAB4-8F3F-FF67-F31825A7BD40}"/>
              </a:ext>
            </a:extLst>
          </p:cNvPr>
          <p:cNvSpPr/>
          <p:nvPr/>
        </p:nvSpPr>
        <p:spPr>
          <a:xfrm>
            <a:off x="8978478" y="125250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20819E3-C28E-A5E0-DA31-940461D76F78}"/>
              </a:ext>
            </a:extLst>
          </p:cNvPr>
          <p:cNvSpPr/>
          <p:nvPr/>
        </p:nvSpPr>
        <p:spPr>
          <a:xfrm>
            <a:off x="9422558" y="125250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53C57E5-714D-3159-5F30-99A5CD71AA0A}"/>
              </a:ext>
            </a:extLst>
          </p:cNvPr>
          <p:cNvSpPr/>
          <p:nvPr/>
        </p:nvSpPr>
        <p:spPr>
          <a:xfrm>
            <a:off x="9866638" y="125250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DB24B2A6-1A92-B400-3422-44B3A0030C63}"/>
              </a:ext>
            </a:extLst>
          </p:cNvPr>
          <p:cNvSpPr/>
          <p:nvPr/>
        </p:nvSpPr>
        <p:spPr>
          <a:xfrm>
            <a:off x="8090318" y="170163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B8A6CCF-91C3-2284-0D99-8821B7759738}"/>
              </a:ext>
            </a:extLst>
          </p:cNvPr>
          <p:cNvSpPr/>
          <p:nvPr/>
        </p:nvSpPr>
        <p:spPr>
          <a:xfrm>
            <a:off x="8534398" y="170163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152F864-F0A4-9F1E-F2C6-5FC0E1FB3183}"/>
              </a:ext>
            </a:extLst>
          </p:cNvPr>
          <p:cNvSpPr/>
          <p:nvPr/>
        </p:nvSpPr>
        <p:spPr>
          <a:xfrm>
            <a:off x="8978478" y="170163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C840CFE5-6809-2C9A-1794-31B24D898BFD}"/>
              </a:ext>
            </a:extLst>
          </p:cNvPr>
          <p:cNvSpPr/>
          <p:nvPr/>
        </p:nvSpPr>
        <p:spPr>
          <a:xfrm>
            <a:off x="9422558" y="170163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E7CE058-68CD-4877-936A-E239FAC5610D}"/>
              </a:ext>
            </a:extLst>
          </p:cNvPr>
          <p:cNvSpPr/>
          <p:nvPr/>
        </p:nvSpPr>
        <p:spPr>
          <a:xfrm>
            <a:off x="9866638" y="170163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AF331C-F7B6-3FDC-71F5-99BF1C852DFF}"/>
              </a:ext>
            </a:extLst>
          </p:cNvPr>
          <p:cNvSpPr/>
          <p:nvPr/>
        </p:nvSpPr>
        <p:spPr>
          <a:xfrm>
            <a:off x="8090318" y="215076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8644251E-C0AB-829C-2BFD-6E2001DFA399}"/>
              </a:ext>
            </a:extLst>
          </p:cNvPr>
          <p:cNvSpPr/>
          <p:nvPr/>
        </p:nvSpPr>
        <p:spPr>
          <a:xfrm>
            <a:off x="8534398" y="215076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26FF8A68-0B31-3B50-8838-F8C088E318CD}"/>
              </a:ext>
            </a:extLst>
          </p:cNvPr>
          <p:cNvSpPr/>
          <p:nvPr/>
        </p:nvSpPr>
        <p:spPr>
          <a:xfrm>
            <a:off x="8978478" y="215076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DEF7E9E-18BB-2603-8DBC-087BF38C04A4}"/>
              </a:ext>
            </a:extLst>
          </p:cNvPr>
          <p:cNvSpPr/>
          <p:nvPr/>
        </p:nvSpPr>
        <p:spPr>
          <a:xfrm>
            <a:off x="9422558" y="215076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E59E726-C405-3AC9-A550-DBF06A154BA7}"/>
              </a:ext>
            </a:extLst>
          </p:cNvPr>
          <p:cNvSpPr/>
          <p:nvPr/>
        </p:nvSpPr>
        <p:spPr>
          <a:xfrm>
            <a:off x="9866638" y="215076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A2003F9B-28F4-8CD5-D1A0-6F79D0B05FB4}"/>
              </a:ext>
            </a:extLst>
          </p:cNvPr>
          <p:cNvSpPr/>
          <p:nvPr/>
        </p:nvSpPr>
        <p:spPr>
          <a:xfrm>
            <a:off x="8090318" y="261149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5C50DA73-0AA1-94BD-0FCF-57FC2EE14D13}"/>
              </a:ext>
            </a:extLst>
          </p:cNvPr>
          <p:cNvSpPr/>
          <p:nvPr/>
        </p:nvSpPr>
        <p:spPr>
          <a:xfrm>
            <a:off x="8534398" y="261149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3C474BF5-CACA-B17D-8640-0BF8F12CCD92}"/>
              </a:ext>
            </a:extLst>
          </p:cNvPr>
          <p:cNvSpPr/>
          <p:nvPr/>
        </p:nvSpPr>
        <p:spPr>
          <a:xfrm>
            <a:off x="8978478" y="261149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2F9F4995-B0E4-CF27-71D7-75C4B8A3DE2D}"/>
              </a:ext>
            </a:extLst>
          </p:cNvPr>
          <p:cNvSpPr/>
          <p:nvPr/>
        </p:nvSpPr>
        <p:spPr>
          <a:xfrm>
            <a:off x="9422558" y="261149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E6C5244-9A72-EFB9-9400-BA5C63F5B54D}"/>
              </a:ext>
            </a:extLst>
          </p:cNvPr>
          <p:cNvSpPr/>
          <p:nvPr/>
        </p:nvSpPr>
        <p:spPr>
          <a:xfrm>
            <a:off x="9866638" y="261149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16AEDDC-175A-4632-D1D6-664B2BEF416B}"/>
              </a:ext>
            </a:extLst>
          </p:cNvPr>
          <p:cNvSpPr/>
          <p:nvPr/>
        </p:nvSpPr>
        <p:spPr>
          <a:xfrm>
            <a:off x="8090318" y="306062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6A8BF65C-40F3-6BFA-F6C9-8B97D2CF1C6E}"/>
              </a:ext>
            </a:extLst>
          </p:cNvPr>
          <p:cNvSpPr/>
          <p:nvPr/>
        </p:nvSpPr>
        <p:spPr>
          <a:xfrm>
            <a:off x="8534398" y="306062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3063C6B-521E-F8F8-EACC-29F3E2622479}"/>
              </a:ext>
            </a:extLst>
          </p:cNvPr>
          <p:cNvSpPr/>
          <p:nvPr/>
        </p:nvSpPr>
        <p:spPr>
          <a:xfrm>
            <a:off x="8978478" y="306062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33C51DFD-0B40-53A9-B5AB-345828D50C36}"/>
              </a:ext>
            </a:extLst>
          </p:cNvPr>
          <p:cNvSpPr/>
          <p:nvPr/>
        </p:nvSpPr>
        <p:spPr>
          <a:xfrm>
            <a:off x="9422558" y="306062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F371C1D-A57E-04C6-C6AB-772641A7ADE0}"/>
              </a:ext>
            </a:extLst>
          </p:cNvPr>
          <p:cNvSpPr/>
          <p:nvPr/>
        </p:nvSpPr>
        <p:spPr>
          <a:xfrm>
            <a:off x="9866638" y="3060620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504F255-1211-25E3-7236-9217A8C91819}"/>
              </a:ext>
            </a:extLst>
          </p:cNvPr>
          <p:cNvSpPr txBox="1"/>
          <p:nvPr/>
        </p:nvSpPr>
        <p:spPr>
          <a:xfrm>
            <a:off x="5409694" y="908346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(3,5)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0B446CF-B6D9-180E-176E-062518352CFB}"/>
              </a:ext>
            </a:extLst>
          </p:cNvPr>
          <p:cNvSpPr txBox="1"/>
          <p:nvPr/>
        </p:nvSpPr>
        <p:spPr>
          <a:xfrm>
            <a:off x="8168126" y="64653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(5,5)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18379227-4E04-30BB-5BEA-CB8B9E58B88B}"/>
              </a:ext>
            </a:extLst>
          </p:cNvPr>
          <p:cNvCxnSpPr>
            <a:cxnSpLocks/>
            <a:stCxn id="29" idx="6"/>
            <a:endCxn id="57" idx="2"/>
          </p:cNvCxnSpPr>
          <p:nvPr/>
        </p:nvCxnSpPr>
        <p:spPr>
          <a:xfrm flipV="1">
            <a:off x="2682640" y="1053682"/>
            <a:ext cx="1174794" cy="81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E2FC2E56-73E6-55DE-11E3-DD714EB09962}"/>
              </a:ext>
            </a:extLst>
          </p:cNvPr>
          <p:cNvCxnSpPr>
            <a:cxnSpLocks/>
            <a:stCxn id="29" idx="6"/>
            <a:endCxn id="58" idx="2"/>
          </p:cNvCxnSpPr>
          <p:nvPr/>
        </p:nvCxnSpPr>
        <p:spPr>
          <a:xfrm>
            <a:off x="2682640" y="1866146"/>
            <a:ext cx="117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EFB6DB85-6BE4-E1B3-0CBB-7A97F4339B1D}"/>
              </a:ext>
            </a:extLst>
          </p:cNvPr>
          <p:cNvCxnSpPr>
            <a:cxnSpLocks/>
            <a:stCxn id="29" idx="6"/>
            <a:endCxn id="59" idx="2"/>
          </p:cNvCxnSpPr>
          <p:nvPr/>
        </p:nvCxnSpPr>
        <p:spPr>
          <a:xfrm>
            <a:off x="2682640" y="1866146"/>
            <a:ext cx="1174792" cy="81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5C4BD332-3A0D-2760-BB60-073B4E589F34}"/>
              </a:ext>
            </a:extLst>
          </p:cNvPr>
          <p:cNvCxnSpPr>
            <a:cxnSpLocks/>
            <a:stCxn id="30" idx="6"/>
            <a:endCxn id="59" idx="2"/>
          </p:cNvCxnSpPr>
          <p:nvPr/>
        </p:nvCxnSpPr>
        <p:spPr>
          <a:xfrm>
            <a:off x="2682639" y="2678610"/>
            <a:ext cx="117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D2EB09B2-56D3-904A-67D6-73276572556C}"/>
              </a:ext>
            </a:extLst>
          </p:cNvPr>
          <p:cNvCxnSpPr/>
          <p:nvPr/>
        </p:nvCxnSpPr>
        <p:spPr>
          <a:xfrm flipH="1">
            <a:off x="3857430" y="1477071"/>
            <a:ext cx="660066" cy="6736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061DB17-B2D4-07F7-6EB7-997E9D32FA4A}"/>
              </a:ext>
            </a:extLst>
          </p:cNvPr>
          <p:cNvCxnSpPr/>
          <p:nvPr/>
        </p:nvCxnSpPr>
        <p:spPr>
          <a:xfrm>
            <a:off x="3857430" y="1477071"/>
            <a:ext cx="569229" cy="6736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0C837EE9-6C60-3B50-3320-FAFCF854456B}"/>
              </a:ext>
            </a:extLst>
          </p:cNvPr>
          <p:cNvSpPr txBox="1"/>
          <p:nvPr/>
        </p:nvSpPr>
        <p:spPr>
          <a:xfrm>
            <a:off x="5797255" y="458815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(3,5)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3300F8B6-F9D0-217E-FA86-F3718107BB76}"/>
              </a:ext>
            </a:extLst>
          </p:cNvPr>
          <p:cNvSpPr/>
          <p:nvPr/>
        </p:nvSpPr>
        <p:spPr>
          <a:xfrm>
            <a:off x="6741934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21559766-9A68-7F08-E950-99226C662426}"/>
              </a:ext>
            </a:extLst>
          </p:cNvPr>
          <p:cNvSpPr/>
          <p:nvPr/>
        </p:nvSpPr>
        <p:spPr>
          <a:xfrm>
            <a:off x="7186014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CCA4C7C4-12C6-D110-9731-3B7DBC345B0B}"/>
              </a:ext>
            </a:extLst>
          </p:cNvPr>
          <p:cNvSpPr/>
          <p:nvPr/>
        </p:nvSpPr>
        <p:spPr>
          <a:xfrm>
            <a:off x="7630094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3494FE43-9C0F-1304-38B8-04B5CF3BBBF4}"/>
              </a:ext>
            </a:extLst>
          </p:cNvPr>
          <p:cNvSpPr/>
          <p:nvPr/>
        </p:nvSpPr>
        <p:spPr>
          <a:xfrm>
            <a:off x="8074174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E99D0094-43F3-9EBA-A44C-9B16786B8E58}"/>
              </a:ext>
            </a:extLst>
          </p:cNvPr>
          <p:cNvSpPr/>
          <p:nvPr/>
        </p:nvSpPr>
        <p:spPr>
          <a:xfrm>
            <a:off x="8518254" y="4213712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8E746180-9064-995E-939A-A070E97587CE}"/>
              </a:ext>
            </a:extLst>
          </p:cNvPr>
          <p:cNvSpPr/>
          <p:nvPr/>
        </p:nvSpPr>
        <p:spPr>
          <a:xfrm>
            <a:off x="6741934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4223C4D-1985-0955-AFD3-61850659AD81}"/>
              </a:ext>
            </a:extLst>
          </p:cNvPr>
          <p:cNvSpPr/>
          <p:nvPr/>
        </p:nvSpPr>
        <p:spPr>
          <a:xfrm>
            <a:off x="7186014" y="4662838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6B835575-84D0-9B22-7547-A24407970943}"/>
              </a:ext>
            </a:extLst>
          </p:cNvPr>
          <p:cNvSpPr/>
          <p:nvPr/>
        </p:nvSpPr>
        <p:spPr>
          <a:xfrm>
            <a:off x="7630094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9BCBA92E-3037-4EB7-2D99-F27F8CEAD831}"/>
              </a:ext>
            </a:extLst>
          </p:cNvPr>
          <p:cNvSpPr/>
          <p:nvPr/>
        </p:nvSpPr>
        <p:spPr>
          <a:xfrm>
            <a:off x="8074174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07881864-49AB-8602-851B-F66D26A3DB44}"/>
              </a:ext>
            </a:extLst>
          </p:cNvPr>
          <p:cNvSpPr/>
          <p:nvPr/>
        </p:nvSpPr>
        <p:spPr>
          <a:xfrm>
            <a:off x="8518254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1170645D-24D0-1472-BC31-3DF442A9BA13}"/>
              </a:ext>
            </a:extLst>
          </p:cNvPr>
          <p:cNvSpPr/>
          <p:nvPr/>
        </p:nvSpPr>
        <p:spPr>
          <a:xfrm>
            <a:off x="6741934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63ACDC1-9AF2-F567-0133-31DDE336EB82}"/>
              </a:ext>
            </a:extLst>
          </p:cNvPr>
          <p:cNvSpPr/>
          <p:nvPr/>
        </p:nvSpPr>
        <p:spPr>
          <a:xfrm>
            <a:off x="7186014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C527EA9-C0A6-CF3B-5BAF-54CBEB3F3329}"/>
              </a:ext>
            </a:extLst>
          </p:cNvPr>
          <p:cNvSpPr/>
          <p:nvPr/>
        </p:nvSpPr>
        <p:spPr>
          <a:xfrm>
            <a:off x="7630094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9AB688BD-15A0-5415-477E-3533F6B39B66}"/>
              </a:ext>
            </a:extLst>
          </p:cNvPr>
          <p:cNvSpPr/>
          <p:nvPr/>
        </p:nvSpPr>
        <p:spPr>
          <a:xfrm>
            <a:off x="8074174" y="5111964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432AF0E-C09F-1824-4F15-6E6C845F85FC}"/>
              </a:ext>
            </a:extLst>
          </p:cNvPr>
          <p:cNvSpPr/>
          <p:nvPr/>
        </p:nvSpPr>
        <p:spPr>
          <a:xfrm>
            <a:off x="8518254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7B723CAB-7A14-0FAB-F9F4-9ED2EFFBF673}"/>
              </a:ext>
            </a:extLst>
          </p:cNvPr>
          <p:cNvCxnSpPr>
            <a:cxnSpLocks/>
            <a:stCxn id="30" idx="6"/>
            <a:endCxn id="60" idx="2"/>
          </p:cNvCxnSpPr>
          <p:nvPr/>
        </p:nvCxnSpPr>
        <p:spPr>
          <a:xfrm>
            <a:off x="2682639" y="2678610"/>
            <a:ext cx="1174792" cy="81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47F7B784-DAD3-A27B-6D6E-1490ACDEC4AD}"/>
              </a:ext>
            </a:extLst>
          </p:cNvPr>
          <p:cNvSpPr/>
          <p:nvPr/>
        </p:nvSpPr>
        <p:spPr>
          <a:xfrm>
            <a:off x="9279249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DC2F5903-A952-C1C1-A853-8A8EA216D342}"/>
              </a:ext>
            </a:extLst>
          </p:cNvPr>
          <p:cNvSpPr/>
          <p:nvPr/>
        </p:nvSpPr>
        <p:spPr>
          <a:xfrm>
            <a:off x="9723329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D4A3FD1-9CA9-00A2-FC16-1D6DE00BC7B9}"/>
              </a:ext>
            </a:extLst>
          </p:cNvPr>
          <p:cNvSpPr/>
          <p:nvPr/>
        </p:nvSpPr>
        <p:spPr>
          <a:xfrm>
            <a:off x="10167409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32A8169F-C5BE-7C4F-C934-CA10FC56DC90}"/>
              </a:ext>
            </a:extLst>
          </p:cNvPr>
          <p:cNvSpPr/>
          <p:nvPr/>
        </p:nvSpPr>
        <p:spPr>
          <a:xfrm>
            <a:off x="10611489" y="4213712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75E6AFB-EA18-C218-7B0B-854DBF1DE84A}"/>
              </a:ext>
            </a:extLst>
          </p:cNvPr>
          <p:cNvSpPr/>
          <p:nvPr/>
        </p:nvSpPr>
        <p:spPr>
          <a:xfrm>
            <a:off x="11055569" y="4213712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0.09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E3DF9578-3FED-839C-7F6A-C08918FE3003}"/>
              </a:ext>
            </a:extLst>
          </p:cNvPr>
          <p:cNvSpPr/>
          <p:nvPr/>
        </p:nvSpPr>
        <p:spPr>
          <a:xfrm>
            <a:off x="9279249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215DC8BD-0D78-67B5-B623-E2A9B99B81B9}"/>
              </a:ext>
            </a:extLst>
          </p:cNvPr>
          <p:cNvSpPr/>
          <p:nvPr/>
        </p:nvSpPr>
        <p:spPr>
          <a:xfrm>
            <a:off x="9723329" y="4662838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4F8C5D9E-EBCF-7C81-86E8-8CDDE97FB779}"/>
              </a:ext>
            </a:extLst>
          </p:cNvPr>
          <p:cNvSpPr/>
          <p:nvPr/>
        </p:nvSpPr>
        <p:spPr>
          <a:xfrm>
            <a:off x="10167409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F3ECC14-3BCB-EA8C-43F7-B2471DDF159D}"/>
              </a:ext>
            </a:extLst>
          </p:cNvPr>
          <p:cNvSpPr/>
          <p:nvPr/>
        </p:nvSpPr>
        <p:spPr>
          <a:xfrm>
            <a:off x="10611489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0.7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B298A6E-B48D-B007-8AD7-D9B1FDAB8600}"/>
              </a:ext>
            </a:extLst>
          </p:cNvPr>
          <p:cNvSpPr/>
          <p:nvPr/>
        </p:nvSpPr>
        <p:spPr>
          <a:xfrm>
            <a:off x="11055569" y="4662838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0BE63EF8-C5EE-72D8-E530-C967E4D4B288}"/>
              </a:ext>
            </a:extLst>
          </p:cNvPr>
          <p:cNvSpPr/>
          <p:nvPr/>
        </p:nvSpPr>
        <p:spPr>
          <a:xfrm>
            <a:off x="9279249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FEF7E6BE-5A8F-690C-6435-5077E0839394}"/>
              </a:ext>
            </a:extLst>
          </p:cNvPr>
          <p:cNvSpPr/>
          <p:nvPr/>
        </p:nvSpPr>
        <p:spPr>
          <a:xfrm>
            <a:off x="9723329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651BBC9F-86CB-8679-FEBF-4B1FCD12AC84}"/>
              </a:ext>
            </a:extLst>
          </p:cNvPr>
          <p:cNvSpPr/>
          <p:nvPr/>
        </p:nvSpPr>
        <p:spPr>
          <a:xfrm>
            <a:off x="10167409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A78D75C7-CEAB-2B8E-44FE-C1668A0C28B8}"/>
              </a:ext>
            </a:extLst>
          </p:cNvPr>
          <p:cNvSpPr/>
          <p:nvPr/>
        </p:nvSpPr>
        <p:spPr>
          <a:xfrm>
            <a:off x="10611489" y="5111964"/>
            <a:ext cx="444080" cy="4491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0.18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24DA1F6A-1485-4E69-1027-70DBEDC6C25C}"/>
              </a:ext>
            </a:extLst>
          </p:cNvPr>
          <p:cNvSpPr/>
          <p:nvPr/>
        </p:nvSpPr>
        <p:spPr>
          <a:xfrm>
            <a:off x="11055569" y="5111964"/>
            <a:ext cx="444080" cy="4491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4264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66EA30-F7B3-590E-6773-8D37CF7592D7}"/>
              </a:ext>
            </a:extLst>
          </p:cNvPr>
          <p:cNvSpPr txBox="1"/>
          <p:nvPr/>
        </p:nvSpPr>
        <p:spPr>
          <a:xfrm>
            <a:off x="684286" y="436005"/>
            <a:ext cx="66912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loss = loss_fn() + np.sum(abs(w))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     (a-y) + np.sign(W1)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AC264A-2B1E-1A04-F4BE-0059C8D0722A}"/>
                  </a:ext>
                </a:extLst>
              </p:cNvPr>
              <p:cNvSpPr txBox="1"/>
              <p:nvPr/>
            </p:nvSpPr>
            <p:spPr>
              <a:xfrm>
                <a:off x="4481165" y="1053679"/>
                <a:ext cx="211436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200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20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AC264A-2B1E-1A04-F4BE-0059C8D07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65" y="1053679"/>
                <a:ext cx="2114361" cy="307777"/>
              </a:xfrm>
              <a:prstGeom prst="rect">
                <a:avLst/>
              </a:prstGeom>
              <a:blipFill>
                <a:blip r:embed="rId2"/>
                <a:stretch>
                  <a:fillRect l="-288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DE80C22-A733-C37B-92BD-92F4E9731830}"/>
              </a:ext>
            </a:extLst>
          </p:cNvPr>
          <p:cNvCxnSpPr/>
          <p:nvPr/>
        </p:nvCxnSpPr>
        <p:spPr>
          <a:xfrm flipV="1">
            <a:off x="9337780" y="502617"/>
            <a:ext cx="0" cy="3094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262797-CF32-0B65-6AA4-2FB61FFC465F}"/>
              </a:ext>
            </a:extLst>
          </p:cNvPr>
          <p:cNvCxnSpPr/>
          <p:nvPr/>
        </p:nvCxnSpPr>
        <p:spPr>
          <a:xfrm>
            <a:off x="7617981" y="2282972"/>
            <a:ext cx="4323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0CB7125-951D-9118-F401-7DA844D02585}"/>
              </a:ext>
            </a:extLst>
          </p:cNvPr>
          <p:cNvCxnSpPr/>
          <p:nvPr/>
        </p:nvCxnSpPr>
        <p:spPr>
          <a:xfrm flipV="1">
            <a:off x="9337780" y="611619"/>
            <a:ext cx="1725854" cy="1671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C39F7E6-2080-2860-B95B-CFF4BB26AB42}"/>
              </a:ext>
            </a:extLst>
          </p:cNvPr>
          <p:cNvCxnSpPr>
            <a:cxnSpLocks/>
          </p:cNvCxnSpPr>
          <p:nvPr/>
        </p:nvCxnSpPr>
        <p:spPr>
          <a:xfrm>
            <a:off x="7478702" y="611619"/>
            <a:ext cx="1859077" cy="1671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D306130C-7FBD-FF9D-9773-8103D039DB79}"/>
              </a:ext>
            </a:extLst>
          </p:cNvPr>
          <p:cNvSpPr/>
          <p:nvPr/>
        </p:nvSpPr>
        <p:spPr>
          <a:xfrm>
            <a:off x="10736629" y="858839"/>
            <a:ext cx="84778" cy="8477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EE90FB7-E156-EBCB-CA16-835C30126EB8}"/>
              </a:ext>
            </a:extLst>
          </p:cNvPr>
          <p:cNvCxnSpPr/>
          <p:nvPr/>
        </p:nvCxnSpPr>
        <p:spPr>
          <a:xfrm flipV="1">
            <a:off x="9529478" y="557118"/>
            <a:ext cx="1725854" cy="167135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C5A25CC-3504-354E-1210-74169393D95A}"/>
              </a:ext>
            </a:extLst>
          </p:cNvPr>
          <p:cNvCxnSpPr>
            <a:cxnSpLocks/>
          </p:cNvCxnSpPr>
          <p:nvPr/>
        </p:nvCxnSpPr>
        <p:spPr>
          <a:xfrm flipH="1" flipV="1">
            <a:off x="7548234" y="788517"/>
            <a:ext cx="1616852" cy="145335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3890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482F6BC-9BB9-E97C-D27B-89A20089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04" y="378131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95CAF57-4326-1F00-991D-846E2E4C0668}"/>
              </a:ext>
            </a:extLst>
          </p:cNvPr>
          <p:cNvSpPr/>
          <p:nvPr/>
        </p:nvSpPr>
        <p:spPr>
          <a:xfrm>
            <a:off x="6243354" y="372075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7BF4E-A899-EE5E-075B-5C4DE177CCF4}"/>
              </a:ext>
            </a:extLst>
          </p:cNvPr>
          <p:cNvSpPr txBox="1"/>
          <p:nvPr/>
        </p:nvSpPr>
        <p:spPr>
          <a:xfrm>
            <a:off x="4232885" y="43782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7F965-671C-CA9D-DF48-6B06B85DF7B8}"/>
              </a:ext>
            </a:extLst>
          </p:cNvPr>
          <p:cNvSpPr txBox="1"/>
          <p:nvPr/>
        </p:nvSpPr>
        <p:spPr>
          <a:xfrm>
            <a:off x="1223237" y="19449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j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29EBA-7880-A3D8-B79B-A848CCF212A4}"/>
              </a:ext>
            </a:extLst>
          </p:cNvPr>
          <p:cNvSpPr txBox="1"/>
          <p:nvPr/>
        </p:nvSpPr>
        <p:spPr>
          <a:xfrm>
            <a:off x="7775428" y="442061"/>
            <a:ext cx="27238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x=2, y=2</a:t>
            </a:r>
          </a:p>
          <a:p>
            <a:r>
              <a:rPr lang="en-US" altLang="ko-KR"/>
              <a:t>b=0</a:t>
            </a:r>
          </a:p>
          <a:p>
            <a:endParaRPr lang="en-US" altLang="ko-KR"/>
          </a:p>
          <a:p>
            <a:r>
              <a:rPr lang="pl-PL" altLang="ko-KR"/>
              <a:t>y_hat = w[i]*x + b;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s-ES" altLang="ko-KR"/>
              <a:t>j[i] = 0.5 * (y_hat - y)**2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         </a:t>
            </a:r>
            <a:r>
              <a:rPr lang="en-US" altLang="ko-KR" sz="2000">
                <a:latin typeface="Consolas" panose="020B0609020204030204" pitchFamily="49" charset="0"/>
              </a:rPr>
              <a:t>6    2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W = W - 0.01dw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3 - 0.08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W = W - 0.01*(8+1)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3 - 0.09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CB5DB04-133B-ED4D-836F-2815FCAFE8FC}"/>
              </a:ext>
            </a:extLst>
          </p:cNvPr>
          <p:cNvSpPr/>
          <p:nvPr/>
        </p:nvSpPr>
        <p:spPr>
          <a:xfrm flipH="1">
            <a:off x="5585309" y="4590167"/>
            <a:ext cx="1021383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C03FA4-0F7A-6A49-D284-A869EB5B2FF0}"/>
              </a:ext>
            </a:extLst>
          </p:cNvPr>
          <p:cNvCxnSpPr>
            <a:cxnSpLocks/>
          </p:cNvCxnSpPr>
          <p:nvPr/>
        </p:nvCxnSpPr>
        <p:spPr>
          <a:xfrm flipH="1">
            <a:off x="5323907" y="-169996"/>
            <a:ext cx="1544185" cy="4760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13B25D-9931-E43B-4AFA-EC2D8C472328}"/>
              </a:ext>
            </a:extLst>
          </p:cNvPr>
          <p:cNvSpPr txBox="1"/>
          <p:nvPr/>
        </p:nvSpPr>
        <p:spPr>
          <a:xfrm>
            <a:off x="6988196" y="8477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grad=8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4A374BC-B640-1EF6-A8F6-FD8296F9D5EE}"/>
              </a:ext>
            </a:extLst>
          </p:cNvPr>
          <p:cNvSpPr/>
          <p:nvPr/>
        </p:nvSpPr>
        <p:spPr>
          <a:xfrm>
            <a:off x="6017372" y="106579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C9625-A8AE-E896-5151-8C49D0D5D1AA}"/>
              </a:ext>
            </a:extLst>
          </p:cNvPr>
          <p:cNvCxnSpPr>
            <a:cxnSpLocks/>
          </p:cNvCxnSpPr>
          <p:nvPr/>
        </p:nvCxnSpPr>
        <p:spPr>
          <a:xfrm flipH="1">
            <a:off x="4062221" y="1071846"/>
            <a:ext cx="2954979" cy="3969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8FD29189-1A1E-616B-E44E-2E695602C931}"/>
              </a:ext>
            </a:extLst>
          </p:cNvPr>
          <p:cNvSpPr/>
          <p:nvPr/>
        </p:nvSpPr>
        <p:spPr>
          <a:xfrm>
            <a:off x="3605841" y="3065662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0CC44C-B12D-B2F5-F353-32D93B808AA8}"/>
              </a:ext>
            </a:extLst>
          </p:cNvPr>
          <p:cNvCxnSpPr>
            <a:cxnSpLocks/>
          </p:cNvCxnSpPr>
          <p:nvPr/>
        </p:nvCxnSpPr>
        <p:spPr>
          <a:xfrm flipH="1">
            <a:off x="1971906" y="3849694"/>
            <a:ext cx="54079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E316A427-B98C-A995-FA39-D3D9CE3E5396}"/>
              </a:ext>
            </a:extLst>
          </p:cNvPr>
          <p:cNvSpPr/>
          <p:nvPr/>
        </p:nvSpPr>
        <p:spPr>
          <a:xfrm>
            <a:off x="2818609" y="2144988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2471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482F6BC-9BB9-E97C-D27B-89A20089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04" y="378131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95CAF57-4326-1F00-991D-846E2E4C0668}"/>
              </a:ext>
            </a:extLst>
          </p:cNvPr>
          <p:cNvSpPr/>
          <p:nvPr/>
        </p:nvSpPr>
        <p:spPr>
          <a:xfrm>
            <a:off x="2295084" y="37857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7BF4E-A899-EE5E-075B-5C4DE177CCF4}"/>
              </a:ext>
            </a:extLst>
          </p:cNvPr>
          <p:cNvSpPr txBox="1"/>
          <p:nvPr/>
        </p:nvSpPr>
        <p:spPr>
          <a:xfrm>
            <a:off x="4232885" y="43782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7F965-671C-CA9D-DF48-6B06B85DF7B8}"/>
              </a:ext>
            </a:extLst>
          </p:cNvPr>
          <p:cNvSpPr txBox="1"/>
          <p:nvPr/>
        </p:nvSpPr>
        <p:spPr>
          <a:xfrm>
            <a:off x="1223237" y="19449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j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29EBA-7880-A3D8-B79B-A848CCF212A4}"/>
              </a:ext>
            </a:extLst>
          </p:cNvPr>
          <p:cNvSpPr txBox="1"/>
          <p:nvPr/>
        </p:nvSpPr>
        <p:spPr>
          <a:xfrm>
            <a:off x="7775428" y="442061"/>
            <a:ext cx="286488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x=2, y=2</a:t>
            </a:r>
          </a:p>
          <a:p>
            <a:r>
              <a:rPr lang="en-US" altLang="ko-KR"/>
              <a:t>b=0</a:t>
            </a:r>
          </a:p>
          <a:p>
            <a:endParaRPr lang="en-US" altLang="ko-KR"/>
          </a:p>
          <a:p>
            <a:r>
              <a:rPr lang="pl-PL" altLang="ko-KR"/>
              <a:t>y_hat = w[i]*x + b;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s-ES" altLang="ko-KR"/>
              <a:t>j[i] = 0.5 * (y_hat - y)**2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         </a:t>
            </a:r>
            <a:r>
              <a:rPr lang="en-US" altLang="ko-KR" sz="2000">
                <a:latin typeface="Consolas" panose="020B0609020204030204" pitchFamily="49" charset="0"/>
              </a:rPr>
              <a:t>6    2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W = W - 0.01*dw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-1 + 0.08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W = W - 0.01*(-8-1)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-1 + 0.09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CB5DB04-133B-ED4D-836F-2815FCAFE8FC}"/>
              </a:ext>
            </a:extLst>
          </p:cNvPr>
          <p:cNvSpPr/>
          <p:nvPr/>
        </p:nvSpPr>
        <p:spPr>
          <a:xfrm flipH="1">
            <a:off x="5585309" y="4590167"/>
            <a:ext cx="1021383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C03FA4-0F7A-6A49-D284-A869EB5B2FF0}"/>
              </a:ext>
            </a:extLst>
          </p:cNvPr>
          <p:cNvCxnSpPr>
            <a:cxnSpLocks/>
          </p:cNvCxnSpPr>
          <p:nvPr/>
        </p:nvCxnSpPr>
        <p:spPr>
          <a:xfrm>
            <a:off x="2027172" y="-171510"/>
            <a:ext cx="1668137" cy="4632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13B25D-9931-E43B-4AFA-EC2D8C472328}"/>
              </a:ext>
            </a:extLst>
          </p:cNvPr>
          <p:cNvSpPr txBox="1"/>
          <p:nvPr/>
        </p:nvSpPr>
        <p:spPr>
          <a:xfrm>
            <a:off x="6988196" y="8477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grad=8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4A374BC-B640-1EF6-A8F6-FD8296F9D5EE}"/>
              </a:ext>
            </a:extLst>
          </p:cNvPr>
          <p:cNvSpPr/>
          <p:nvPr/>
        </p:nvSpPr>
        <p:spPr>
          <a:xfrm>
            <a:off x="6017372" y="106579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D29189-1A1E-616B-E44E-2E695602C931}"/>
              </a:ext>
            </a:extLst>
          </p:cNvPr>
          <p:cNvSpPr/>
          <p:nvPr/>
        </p:nvSpPr>
        <p:spPr>
          <a:xfrm>
            <a:off x="4261964" y="3486356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0CC44C-B12D-B2F5-F353-32D93B808AA8}"/>
              </a:ext>
            </a:extLst>
          </p:cNvPr>
          <p:cNvCxnSpPr>
            <a:cxnSpLocks/>
          </p:cNvCxnSpPr>
          <p:nvPr/>
        </p:nvCxnSpPr>
        <p:spPr>
          <a:xfrm flipH="1">
            <a:off x="1971906" y="3849694"/>
            <a:ext cx="54079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5265AADC-A875-FDA3-B1B5-958B5EF2FD45}"/>
              </a:ext>
            </a:extLst>
          </p:cNvPr>
          <p:cNvSpPr/>
          <p:nvPr/>
        </p:nvSpPr>
        <p:spPr>
          <a:xfrm>
            <a:off x="2476753" y="824768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451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482F6BC-9BB9-E97C-D27B-89A20089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04" y="378131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95CAF57-4326-1F00-991D-846E2E4C0668}"/>
              </a:ext>
            </a:extLst>
          </p:cNvPr>
          <p:cNvSpPr/>
          <p:nvPr/>
        </p:nvSpPr>
        <p:spPr>
          <a:xfrm>
            <a:off x="2295084" y="37857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7BF4E-A899-EE5E-075B-5C4DE177CCF4}"/>
              </a:ext>
            </a:extLst>
          </p:cNvPr>
          <p:cNvSpPr txBox="1"/>
          <p:nvPr/>
        </p:nvSpPr>
        <p:spPr>
          <a:xfrm>
            <a:off x="4232885" y="43782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7F965-671C-CA9D-DF48-6B06B85DF7B8}"/>
              </a:ext>
            </a:extLst>
          </p:cNvPr>
          <p:cNvSpPr txBox="1"/>
          <p:nvPr/>
        </p:nvSpPr>
        <p:spPr>
          <a:xfrm>
            <a:off x="1223237" y="19449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j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29EBA-7880-A3D8-B79B-A848CCF212A4}"/>
              </a:ext>
            </a:extLst>
          </p:cNvPr>
          <p:cNvSpPr txBox="1"/>
          <p:nvPr/>
        </p:nvSpPr>
        <p:spPr>
          <a:xfrm>
            <a:off x="7775428" y="442061"/>
            <a:ext cx="27238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x=2, y=2</a:t>
            </a:r>
          </a:p>
          <a:p>
            <a:r>
              <a:rPr lang="en-US" altLang="ko-KR"/>
              <a:t>b=0</a:t>
            </a:r>
          </a:p>
          <a:p>
            <a:endParaRPr lang="en-US" altLang="ko-KR"/>
          </a:p>
          <a:p>
            <a:r>
              <a:rPr lang="pl-PL" altLang="ko-KR"/>
              <a:t>y_hat = w[i]*x + b;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s-ES" altLang="ko-KR"/>
              <a:t>j[i] = 0.5 * (y_hat - y)**2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         </a:t>
            </a:r>
            <a:r>
              <a:rPr lang="en-US" altLang="ko-KR" sz="2000">
                <a:latin typeface="Consolas" panose="020B0609020204030204" pitchFamily="49" charset="0"/>
              </a:rPr>
              <a:t>6    2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W = W - 0.01*dw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1 + 0.00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W = W - 0.01*(0+1)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1 + 0.01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CB5DB04-133B-ED4D-836F-2815FCAFE8FC}"/>
              </a:ext>
            </a:extLst>
          </p:cNvPr>
          <p:cNvSpPr/>
          <p:nvPr/>
        </p:nvSpPr>
        <p:spPr>
          <a:xfrm flipH="1">
            <a:off x="5585309" y="4590167"/>
            <a:ext cx="1021383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3B25D-9931-E43B-4AFA-EC2D8C472328}"/>
              </a:ext>
            </a:extLst>
          </p:cNvPr>
          <p:cNvSpPr txBox="1"/>
          <p:nvPr/>
        </p:nvSpPr>
        <p:spPr>
          <a:xfrm>
            <a:off x="6988196" y="8477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grad=8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4A374BC-B640-1EF6-A8F6-FD8296F9D5EE}"/>
              </a:ext>
            </a:extLst>
          </p:cNvPr>
          <p:cNvSpPr/>
          <p:nvPr/>
        </p:nvSpPr>
        <p:spPr>
          <a:xfrm>
            <a:off x="6017372" y="106579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D29189-1A1E-616B-E44E-2E695602C931}"/>
              </a:ext>
            </a:extLst>
          </p:cNvPr>
          <p:cNvSpPr/>
          <p:nvPr/>
        </p:nvSpPr>
        <p:spPr>
          <a:xfrm>
            <a:off x="4032412" y="342900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0CC44C-B12D-B2F5-F353-32D93B808AA8}"/>
              </a:ext>
            </a:extLst>
          </p:cNvPr>
          <p:cNvCxnSpPr>
            <a:cxnSpLocks/>
          </p:cNvCxnSpPr>
          <p:nvPr/>
        </p:nvCxnSpPr>
        <p:spPr>
          <a:xfrm flipH="1">
            <a:off x="1971906" y="3849694"/>
            <a:ext cx="54079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5265AADC-A875-FDA3-B1B5-958B5EF2FD45}"/>
              </a:ext>
            </a:extLst>
          </p:cNvPr>
          <p:cNvSpPr/>
          <p:nvPr/>
        </p:nvSpPr>
        <p:spPr>
          <a:xfrm>
            <a:off x="2476753" y="824768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E2A4ED8-3F3C-4915-F2A9-982AE0AC8112}"/>
              </a:ext>
            </a:extLst>
          </p:cNvPr>
          <p:cNvSpPr/>
          <p:nvPr/>
        </p:nvSpPr>
        <p:spPr>
          <a:xfrm>
            <a:off x="2262336" y="4523993"/>
            <a:ext cx="924121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19C02F0-B013-712A-F2F2-313637C549C3}"/>
              </a:ext>
            </a:extLst>
          </p:cNvPr>
          <p:cNvSpPr/>
          <p:nvPr/>
        </p:nvSpPr>
        <p:spPr>
          <a:xfrm flipH="1">
            <a:off x="6243353" y="5098840"/>
            <a:ext cx="427932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8CA6F25E-2893-C82C-7565-228F9570D837}"/>
              </a:ext>
            </a:extLst>
          </p:cNvPr>
          <p:cNvSpPr/>
          <p:nvPr/>
        </p:nvSpPr>
        <p:spPr>
          <a:xfrm>
            <a:off x="2295084" y="4990366"/>
            <a:ext cx="278674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A1F9D5B1-EBF9-27E9-A9AB-5ADBA36EBDD3}"/>
              </a:ext>
            </a:extLst>
          </p:cNvPr>
          <p:cNvSpPr/>
          <p:nvPr/>
        </p:nvSpPr>
        <p:spPr>
          <a:xfrm flipH="1">
            <a:off x="4168292" y="4719656"/>
            <a:ext cx="325730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362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66EA30-F7B3-590E-6773-8D37CF7592D7}"/>
              </a:ext>
            </a:extLst>
          </p:cNvPr>
          <p:cNvSpPr txBox="1"/>
          <p:nvPr/>
        </p:nvSpPr>
        <p:spPr>
          <a:xfrm>
            <a:off x="684286" y="436005"/>
            <a:ext cx="649408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loss = loss_fn() + np.sum((w)^2)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     (a-y) + W1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DE80C22-A733-C37B-92BD-92F4E9731830}"/>
              </a:ext>
            </a:extLst>
          </p:cNvPr>
          <p:cNvCxnSpPr/>
          <p:nvPr/>
        </p:nvCxnSpPr>
        <p:spPr>
          <a:xfrm flipV="1">
            <a:off x="9337780" y="502617"/>
            <a:ext cx="0" cy="3094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262797-CF32-0B65-6AA4-2FB61FFC465F}"/>
              </a:ext>
            </a:extLst>
          </p:cNvPr>
          <p:cNvCxnSpPr/>
          <p:nvPr/>
        </p:nvCxnSpPr>
        <p:spPr>
          <a:xfrm>
            <a:off x="7617981" y="2282972"/>
            <a:ext cx="4323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0CB7125-951D-9118-F401-7DA844D02585}"/>
              </a:ext>
            </a:extLst>
          </p:cNvPr>
          <p:cNvCxnSpPr/>
          <p:nvPr/>
        </p:nvCxnSpPr>
        <p:spPr>
          <a:xfrm flipV="1">
            <a:off x="9337780" y="611619"/>
            <a:ext cx="1725854" cy="1671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C39F7E6-2080-2860-B95B-CFF4BB26AB42}"/>
              </a:ext>
            </a:extLst>
          </p:cNvPr>
          <p:cNvCxnSpPr>
            <a:cxnSpLocks/>
          </p:cNvCxnSpPr>
          <p:nvPr/>
        </p:nvCxnSpPr>
        <p:spPr>
          <a:xfrm>
            <a:off x="7478702" y="611619"/>
            <a:ext cx="1859077" cy="1671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D306130C-7FBD-FF9D-9773-8103D039DB79}"/>
              </a:ext>
            </a:extLst>
          </p:cNvPr>
          <p:cNvSpPr/>
          <p:nvPr/>
        </p:nvSpPr>
        <p:spPr>
          <a:xfrm>
            <a:off x="10736629" y="858839"/>
            <a:ext cx="84778" cy="8477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EE90FB7-E156-EBCB-CA16-835C30126EB8}"/>
              </a:ext>
            </a:extLst>
          </p:cNvPr>
          <p:cNvCxnSpPr/>
          <p:nvPr/>
        </p:nvCxnSpPr>
        <p:spPr>
          <a:xfrm flipV="1">
            <a:off x="9529478" y="557118"/>
            <a:ext cx="1725854" cy="167135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C5A25CC-3504-354E-1210-74169393D95A}"/>
              </a:ext>
            </a:extLst>
          </p:cNvPr>
          <p:cNvCxnSpPr>
            <a:cxnSpLocks/>
          </p:cNvCxnSpPr>
          <p:nvPr/>
        </p:nvCxnSpPr>
        <p:spPr>
          <a:xfrm flipH="1" flipV="1">
            <a:off x="7548234" y="788517"/>
            <a:ext cx="1616852" cy="145335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027880-EAE9-C542-7E79-7336AF8622AC}"/>
                  </a:ext>
                </a:extLst>
              </p:cNvPr>
              <p:cNvSpPr txBox="1"/>
              <p:nvPr/>
            </p:nvSpPr>
            <p:spPr>
              <a:xfrm>
                <a:off x="4944314" y="972562"/>
                <a:ext cx="1096069" cy="311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0.5∗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ko-KR" altLang="en-US" sz="20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027880-EAE9-C542-7E79-7336AF862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314" y="972562"/>
                <a:ext cx="1096069" cy="311367"/>
              </a:xfrm>
              <a:prstGeom prst="rect">
                <a:avLst/>
              </a:prstGeom>
              <a:blipFill>
                <a:blip r:embed="rId2"/>
                <a:stretch>
                  <a:fillRect l="-1111" t="-1961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8234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482F6BC-9BB9-E97C-D27B-89A20089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04" y="378131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95CAF57-4326-1F00-991D-846E2E4C0668}"/>
              </a:ext>
            </a:extLst>
          </p:cNvPr>
          <p:cNvSpPr/>
          <p:nvPr/>
        </p:nvSpPr>
        <p:spPr>
          <a:xfrm>
            <a:off x="2295084" y="37857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7BF4E-A899-EE5E-075B-5C4DE177CCF4}"/>
              </a:ext>
            </a:extLst>
          </p:cNvPr>
          <p:cNvSpPr txBox="1"/>
          <p:nvPr/>
        </p:nvSpPr>
        <p:spPr>
          <a:xfrm>
            <a:off x="4232885" y="43782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7F965-671C-CA9D-DF48-6B06B85DF7B8}"/>
              </a:ext>
            </a:extLst>
          </p:cNvPr>
          <p:cNvSpPr txBox="1"/>
          <p:nvPr/>
        </p:nvSpPr>
        <p:spPr>
          <a:xfrm>
            <a:off x="1223237" y="194493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j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29EBA-7880-A3D8-B79B-A848CCF212A4}"/>
              </a:ext>
            </a:extLst>
          </p:cNvPr>
          <p:cNvSpPr txBox="1"/>
          <p:nvPr/>
        </p:nvSpPr>
        <p:spPr>
          <a:xfrm>
            <a:off x="7775428" y="442061"/>
            <a:ext cx="342914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x=2, y=2</a:t>
            </a:r>
          </a:p>
          <a:p>
            <a:r>
              <a:rPr lang="en-US" altLang="ko-KR"/>
              <a:t>b=0</a:t>
            </a:r>
          </a:p>
          <a:p>
            <a:endParaRPr lang="en-US" altLang="ko-KR"/>
          </a:p>
          <a:p>
            <a:r>
              <a:rPr lang="pl-PL" altLang="ko-KR"/>
              <a:t>y_hat = w[i]*x + b;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s-ES" altLang="ko-KR"/>
              <a:t>j[i] = 0.5 * (y_hat - y)**2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         </a:t>
            </a:r>
            <a:r>
              <a:rPr lang="en-US" altLang="ko-KR" sz="2000">
                <a:latin typeface="Consolas" panose="020B0609020204030204" pitchFamily="49" charset="0"/>
              </a:rPr>
              <a:t>6    2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W = W - 0.01*dw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1 + 0.00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W = W - 0.01*(0+0.01*3)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W = 1 + 0.01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CB5DB04-133B-ED4D-836F-2815FCAFE8FC}"/>
              </a:ext>
            </a:extLst>
          </p:cNvPr>
          <p:cNvSpPr/>
          <p:nvPr/>
        </p:nvSpPr>
        <p:spPr>
          <a:xfrm flipH="1">
            <a:off x="5585309" y="4590167"/>
            <a:ext cx="1021383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3B25D-9931-E43B-4AFA-EC2D8C472328}"/>
              </a:ext>
            </a:extLst>
          </p:cNvPr>
          <p:cNvSpPr txBox="1"/>
          <p:nvPr/>
        </p:nvSpPr>
        <p:spPr>
          <a:xfrm>
            <a:off x="6988196" y="8477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grad=8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4A374BC-B640-1EF6-A8F6-FD8296F9D5EE}"/>
              </a:ext>
            </a:extLst>
          </p:cNvPr>
          <p:cNvSpPr/>
          <p:nvPr/>
        </p:nvSpPr>
        <p:spPr>
          <a:xfrm>
            <a:off x="6275650" y="378131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D29189-1A1E-616B-E44E-2E695602C931}"/>
              </a:ext>
            </a:extLst>
          </p:cNvPr>
          <p:cNvSpPr/>
          <p:nvPr/>
        </p:nvSpPr>
        <p:spPr>
          <a:xfrm>
            <a:off x="4032412" y="3429000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0CC44C-B12D-B2F5-F353-32D93B808AA8}"/>
              </a:ext>
            </a:extLst>
          </p:cNvPr>
          <p:cNvCxnSpPr>
            <a:cxnSpLocks/>
          </p:cNvCxnSpPr>
          <p:nvPr/>
        </p:nvCxnSpPr>
        <p:spPr>
          <a:xfrm flipH="1">
            <a:off x="1971906" y="3849694"/>
            <a:ext cx="54079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5265AADC-A875-FDA3-B1B5-958B5EF2FD45}"/>
              </a:ext>
            </a:extLst>
          </p:cNvPr>
          <p:cNvSpPr/>
          <p:nvPr/>
        </p:nvSpPr>
        <p:spPr>
          <a:xfrm>
            <a:off x="2476753" y="824768"/>
            <a:ext cx="363338" cy="363338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E2A4ED8-3F3C-4915-F2A9-982AE0AC8112}"/>
              </a:ext>
            </a:extLst>
          </p:cNvPr>
          <p:cNvSpPr/>
          <p:nvPr/>
        </p:nvSpPr>
        <p:spPr>
          <a:xfrm>
            <a:off x="2262336" y="4523993"/>
            <a:ext cx="924121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19C02F0-B013-712A-F2F2-313637C549C3}"/>
              </a:ext>
            </a:extLst>
          </p:cNvPr>
          <p:cNvSpPr/>
          <p:nvPr/>
        </p:nvSpPr>
        <p:spPr>
          <a:xfrm flipH="1">
            <a:off x="5585309" y="5098840"/>
            <a:ext cx="1085976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8CA6F25E-2893-C82C-7565-228F9570D837}"/>
              </a:ext>
            </a:extLst>
          </p:cNvPr>
          <p:cNvSpPr/>
          <p:nvPr/>
        </p:nvSpPr>
        <p:spPr>
          <a:xfrm>
            <a:off x="2295084" y="4990366"/>
            <a:ext cx="278674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A1F9D5B1-EBF9-27E9-A9AB-5ADBA36EBDD3}"/>
              </a:ext>
            </a:extLst>
          </p:cNvPr>
          <p:cNvSpPr/>
          <p:nvPr/>
        </p:nvSpPr>
        <p:spPr>
          <a:xfrm flipH="1">
            <a:off x="4103433" y="4778329"/>
            <a:ext cx="324986" cy="508673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591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33A561-4D1D-5E16-1AF6-723B90CC80C5}"/>
              </a:ext>
            </a:extLst>
          </p:cNvPr>
          <p:cNvSpPr/>
          <p:nvPr/>
        </p:nvSpPr>
        <p:spPr>
          <a:xfrm>
            <a:off x="2823179" y="251634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94BE8E-DA1D-3FB0-E6E4-0E8F2B669184}"/>
              </a:ext>
            </a:extLst>
          </p:cNvPr>
          <p:cNvSpPr/>
          <p:nvPr/>
        </p:nvSpPr>
        <p:spPr>
          <a:xfrm>
            <a:off x="3241820" y="2516342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F4C851-029E-24EE-B489-07EB442459AE}"/>
              </a:ext>
            </a:extLst>
          </p:cNvPr>
          <p:cNvSpPr/>
          <p:nvPr/>
        </p:nvSpPr>
        <p:spPr>
          <a:xfrm>
            <a:off x="3660461" y="251634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70D816-40EB-C92D-A1E8-FA96D4B453C2}"/>
              </a:ext>
            </a:extLst>
          </p:cNvPr>
          <p:cNvSpPr/>
          <p:nvPr/>
        </p:nvSpPr>
        <p:spPr>
          <a:xfrm>
            <a:off x="4079102" y="2516340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C54FC5-2903-1689-9CA7-6A0C10BAA4AC}"/>
              </a:ext>
            </a:extLst>
          </p:cNvPr>
          <p:cNvSpPr/>
          <p:nvPr/>
        </p:nvSpPr>
        <p:spPr>
          <a:xfrm>
            <a:off x="2823179" y="293498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34ACF6-C183-5A50-32C2-04AE69E3D89A}"/>
              </a:ext>
            </a:extLst>
          </p:cNvPr>
          <p:cNvSpPr/>
          <p:nvPr/>
        </p:nvSpPr>
        <p:spPr>
          <a:xfrm>
            <a:off x="3241820" y="293498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B85427-209F-B7E5-293F-D1D7746BAC0C}"/>
              </a:ext>
            </a:extLst>
          </p:cNvPr>
          <p:cNvSpPr/>
          <p:nvPr/>
        </p:nvSpPr>
        <p:spPr>
          <a:xfrm>
            <a:off x="3660461" y="2934980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B960BD-5040-73CD-C272-6F64DC64D89B}"/>
              </a:ext>
            </a:extLst>
          </p:cNvPr>
          <p:cNvSpPr/>
          <p:nvPr/>
        </p:nvSpPr>
        <p:spPr>
          <a:xfrm>
            <a:off x="4079102" y="2934976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59EE05-01CD-2833-FF2D-DCCDB92D970B}"/>
              </a:ext>
            </a:extLst>
          </p:cNvPr>
          <p:cNvSpPr/>
          <p:nvPr/>
        </p:nvSpPr>
        <p:spPr>
          <a:xfrm>
            <a:off x="2823179" y="335362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761516-C9D7-2F81-0EA1-6E33835B1ABD}"/>
              </a:ext>
            </a:extLst>
          </p:cNvPr>
          <p:cNvSpPr/>
          <p:nvPr/>
        </p:nvSpPr>
        <p:spPr>
          <a:xfrm>
            <a:off x="3241820" y="3353620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CCF6CB-578D-880E-44FD-B817C75CA28B}"/>
              </a:ext>
            </a:extLst>
          </p:cNvPr>
          <p:cNvSpPr/>
          <p:nvPr/>
        </p:nvSpPr>
        <p:spPr>
          <a:xfrm>
            <a:off x="3660461" y="3353619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351994-80B2-B0D1-4EB1-2D4CA40118BD}"/>
              </a:ext>
            </a:extLst>
          </p:cNvPr>
          <p:cNvSpPr/>
          <p:nvPr/>
        </p:nvSpPr>
        <p:spPr>
          <a:xfrm>
            <a:off x="4079102" y="335361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081A29-49DC-F913-D592-F7C2FA5BEBEE}"/>
              </a:ext>
            </a:extLst>
          </p:cNvPr>
          <p:cNvSpPr/>
          <p:nvPr/>
        </p:nvSpPr>
        <p:spPr>
          <a:xfrm>
            <a:off x="2823179" y="3772260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53ECED-2907-CFBB-85DB-D21B7FFE84D5}"/>
              </a:ext>
            </a:extLst>
          </p:cNvPr>
          <p:cNvSpPr/>
          <p:nvPr/>
        </p:nvSpPr>
        <p:spPr>
          <a:xfrm>
            <a:off x="3241820" y="3772259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E4C177-DCB0-A275-3A2B-49D98424C425}"/>
              </a:ext>
            </a:extLst>
          </p:cNvPr>
          <p:cNvSpPr/>
          <p:nvPr/>
        </p:nvSpPr>
        <p:spPr>
          <a:xfrm>
            <a:off x="3660461" y="377225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F74B66-F401-0B55-C1AE-43DFF9788B38}"/>
              </a:ext>
            </a:extLst>
          </p:cNvPr>
          <p:cNvSpPr/>
          <p:nvPr/>
        </p:nvSpPr>
        <p:spPr>
          <a:xfrm>
            <a:off x="4079102" y="3772257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8F43D98-F007-4DCE-E6CC-9CEF74005EEC}"/>
              </a:ext>
            </a:extLst>
          </p:cNvPr>
          <p:cNvGrpSpPr/>
          <p:nvPr/>
        </p:nvGrpSpPr>
        <p:grpSpPr>
          <a:xfrm>
            <a:off x="2834455" y="2513317"/>
            <a:ext cx="837282" cy="837281"/>
            <a:chOff x="4120309" y="771175"/>
            <a:chExt cx="837282" cy="837281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2916ADB-1804-7A2B-C6D2-9D8196C7F128}"/>
                </a:ext>
              </a:extLst>
            </p:cNvPr>
            <p:cNvSpPr/>
            <p:nvPr/>
          </p:nvSpPr>
          <p:spPr>
            <a:xfrm>
              <a:off x="4120309" y="771176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346B237-6958-C80E-516C-7CF5480B1D5C}"/>
                </a:ext>
              </a:extLst>
            </p:cNvPr>
            <p:cNvSpPr/>
            <p:nvPr/>
          </p:nvSpPr>
          <p:spPr>
            <a:xfrm>
              <a:off x="4538950" y="771175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FB585C-A73A-00D4-6ABD-8320263A8121}"/>
                </a:ext>
              </a:extLst>
            </p:cNvPr>
            <p:cNvSpPr/>
            <p:nvPr/>
          </p:nvSpPr>
          <p:spPr>
            <a:xfrm>
              <a:off x="4120309" y="1189815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36C7C86-DA58-2053-85A0-65F0581EF8CF}"/>
                </a:ext>
              </a:extLst>
            </p:cNvPr>
            <p:cNvSpPr/>
            <p:nvPr/>
          </p:nvSpPr>
          <p:spPr>
            <a:xfrm>
              <a:off x="4538950" y="1189814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8E91A6-663E-E3EE-D009-8C2EB3468E27}"/>
              </a:ext>
            </a:extLst>
          </p:cNvPr>
          <p:cNvSpPr/>
          <p:nvPr/>
        </p:nvSpPr>
        <p:spPr>
          <a:xfrm>
            <a:off x="6409170" y="298455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305AF4-CE01-45F7-E4DA-B50982E6A07A}"/>
              </a:ext>
            </a:extLst>
          </p:cNvPr>
          <p:cNvSpPr/>
          <p:nvPr/>
        </p:nvSpPr>
        <p:spPr>
          <a:xfrm>
            <a:off x="6827811" y="298455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C663F4-3AAB-85B9-6414-4F151F6CC7AD}"/>
              </a:ext>
            </a:extLst>
          </p:cNvPr>
          <p:cNvSpPr/>
          <p:nvPr/>
        </p:nvSpPr>
        <p:spPr>
          <a:xfrm>
            <a:off x="6409170" y="340319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E345ACF-D620-8B19-22EE-A0F38950487E}"/>
              </a:ext>
            </a:extLst>
          </p:cNvPr>
          <p:cNvSpPr/>
          <p:nvPr/>
        </p:nvSpPr>
        <p:spPr>
          <a:xfrm>
            <a:off x="6827811" y="340319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52AA6-1CFC-FEEC-EB19-2A9A6B60ED2B}"/>
              </a:ext>
            </a:extLst>
          </p:cNvPr>
          <p:cNvSpPr txBox="1"/>
          <p:nvPr/>
        </p:nvSpPr>
        <p:spPr>
          <a:xfrm>
            <a:off x="4398591" y="77097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pool_size = (2,2), stride=2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6D5D1-8CE9-262A-5F0D-B28393024B19}"/>
              </a:ext>
            </a:extLst>
          </p:cNvPr>
          <p:cNvSpPr txBox="1"/>
          <p:nvPr/>
        </p:nvSpPr>
        <p:spPr>
          <a:xfrm>
            <a:off x="669382" y="77097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(1,1,4,4) =&gt; (1,1,2,2)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1E0E6D97-DA34-FF88-BEC5-E7AE9F07CBEA}"/>
              </a:ext>
            </a:extLst>
          </p:cNvPr>
          <p:cNvSpPr/>
          <p:nvPr/>
        </p:nvSpPr>
        <p:spPr>
          <a:xfrm>
            <a:off x="5298872" y="3144296"/>
            <a:ext cx="603521" cy="490258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0F5CD2-DA10-AB53-4214-3C25D24EEFB6}"/>
              </a:ext>
            </a:extLst>
          </p:cNvPr>
          <p:cNvSpPr/>
          <p:nvPr/>
        </p:nvSpPr>
        <p:spPr>
          <a:xfrm>
            <a:off x="2823179" y="483089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784040-9624-EAEA-04B1-4DD2A8C0C44F}"/>
              </a:ext>
            </a:extLst>
          </p:cNvPr>
          <p:cNvSpPr/>
          <p:nvPr/>
        </p:nvSpPr>
        <p:spPr>
          <a:xfrm>
            <a:off x="3241820" y="4830897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92C3C4-EEA2-5C24-235A-C18A693CAF22}"/>
              </a:ext>
            </a:extLst>
          </p:cNvPr>
          <p:cNvSpPr/>
          <p:nvPr/>
        </p:nvSpPr>
        <p:spPr>
          <a:xfrm>
            <a:off x="3660461" y="483089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3ECA43-DFF2-7390-F487-17BA97C2EA26}"/>
              </a:ext>
            </a:extLst>
          </p:cNvPr>
          <p:cNvSpPr/>
          <p:nvPr/>
        </p:nvSpPr>
        <p:spPr>
          <a:xfrm>
            <a:off x="4079102" y="483089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3B2613A-23E4-A522-AECC-2D33A8434A09}"/>
              </a:ext>
            </a:extLst>
          </p:cNvPr>
          <p:cNvSpPr/>
          <p:nvPr/>
        </p:nvSpPr>
        <p:spPr>
          <a:xfrm>
            <a:off x="2823179" y="524953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E5BC2CE-07D9-7E03-A86E-6793D6431B5E}"/>
              </a:ext>
            </a:extLst>
          </p:cNvPr>
          <p:cNvSpPr/>
          <p:nvPr/>
        </p:nvSpPr>
        <p:spPr>
          <a:xfrm>
            <a:off x="3241820" y="524953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B9D6AA-798E-5836-61D7-0FBE3BB81574}"/>
              </a:ext>
            </a:extLst>
          </p:cNvPr>
          <p:cNvSpPr/>
          <p:nvPr/>
        </p:nvSpPr>
        <p:spPr>
          <a:xfrm>
            <a:off x="3660461" y="524953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9F897F2-10DA-A12E-1EA1-2E306949C944}"/>
              </a:ext>
            </a:extLst>
          </p:cNvPr>
          <p:cNvSpPr/>
          <p:nvPr/>
        </p:nvSpPr>
        <p:spPr>
          <a:xfrm>
            <a:off x="4079102" y="5249531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DC6266A-6AC7-BED9-6C8D-CF0156C5A577}"/>
              </a:ext>
            </a:extLst>
          </p:cNvPr>
          <p:cNvSpPr/>
          <p:nvPr/>
        </p:nvSpPr>
        <p:spPr>
          <a:xfrm>
            <a:off x="2823179" y="566817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6F1B6A5-159B-0C39-8F7C-8D22899BE53E}"/>
              </a:ext>
            </a:extLst>
          </p:cNvPr>
          <p:cNvSpPr/>
          <p:nvPr/>
        </p:nvSpPr>
        <p:spPr>
          <a:xfrm>
            <a:off x="3241820" y="566817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C8859E6-86AB-0ADC-B76A-40A1BDA9979C}"/>
              </a:ext>
            </a:extLst>
          </p:cNvPr>
          <p:cNvSpPr/>
          <p:nvPr/>
        </p:nvSpPr>
        <p:spPr>
          <a:xfrm>
            <a:off x="3660461" y="566817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8BB91D7-0622-FCDA-343C-80B502CC8E1A}"/>
              </a:ext>
            </a:extLst>
          </p:cNvPr>
          <p:cNvSpPr/>
          <p:nvPr/>
        </p:nvSpPr>
        <p:spPr>
          <a:xfrm>
            <a:off x="4079102" y="566817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71C4B7-B369-46FC-CC42-9FD33E027CC4}"/>
              </a:ext>
            </a:extLst>
          </p:cNvPr>
          <p:cNvSpPr/>
          <p:nvPr/>
        </p:nvSpPr>
        <p:spPr>
          <a:xfrm>
            <a:off x="2823179" y="608681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1A76314-359C-909D-9E2B-E9EB067FC4CF}"/>
              </a:ext>
            </a:extLst>
          </p:cNvPr>
          <p:cNvSpPr/>
          <p:nvPr/>
        </p:nvSpPr>
        <p:spPr>
          <a:xfrm>
            <a:off x="3241820" y="6086814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2C4D28-619F-F7CE-71EB-A5AAEC2897C1}"/>
              </a:ext>
            </a:extLst>
          </p:cNvPr>
          <p:cNvSpPr/>
          <p:nvPr/>
        </p:nvSpPr>
        <p:spPr>
          <a:xfrm>
            <a:off x="3660461" y="608681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C0ED755-841D-CB22-22B2-26D2C2EA4A05}"/>
              </a:ext>
            </a:extLst>
          </p:cNvPr>
          <p:cNvSpPr/>
          <p:nvPr/>
        </p:nvSpPr>
        <p:spPr>
          <a:xfrm>
            <a:off x="4079102" y="6086812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45BC9B2-5886-5AFC-F67C-B3D111F90FB7}"/>
              </a:ext>
            </a:extLst>
          </p:cNvPr>
          <p:cNvGrpSpPr/>
          <p:nvPr/>
        </p:nvGrpSpPr>
        <p:grpSpPr>
          <a:xfrm>
            <a:off x="1363024" y="5486366"/>
            <a:ext cx="837282" cy="837281"/>
            <a:chOff x="4120309" y="771175"/>
            <a:chExt cx="837282" cy="83728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654A04D-B757-BCF9-A744-CDD47E6C2B77}"/>
                </a:ext>
              </a:extLst>
            </p:cNvPr>
            <p:cNvSpPr/>
            <p:nvPr/>
          </p:nvSpPr>
          <p:spPr>
            <a:xfrm>
              <a:off x="4120309" y="771176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BBCF198-0F58-EB96-71C5-A45B59C5E1B2}"/>
                </a:ext>
              </a:extLst>
            </p:cNvPr>
            <p:cNvSpPr/>
            <p:nvPr/>
          </p:nvSpPr>
          <p:spPr>
            <a:xfrm>
              <a:off x="4538950" y="771175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14767B0-781B-3198-F171-4DEC34694ED5}"/>
                </a:ext>
              </a:extLst>
            </p:cNvPr>
            <p:cNvSpPr/>
            <p:nvPr/>
          </p:nvSpPr>
          <p:spPr>
            <a:xfrm>
              <a:off x="4120309" y="1189815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63C8CD0-AE03-7708-3CB2-2B7E43A3BBCC}"/>
                </a:ext>
              </a:extLst>
            </p:cNvPr>
            <p:cNvSpPr/>
            <p:nvPr/>
          </p:nvSpPr>
          <p:spPr>
            <a:xfrm>
              <a:off x="4538950" y="1189814"/>
              <a:ext cx="418641" cy="4186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2074532-3D6D-30C5-6759-D8D61FB5D4A9}"/>
              </a:ext>
            </a:extLst>
          </p:cNvPr>
          <p:cNvSpPr/>
          <p:nvPr/>
        </p:nvSpPr>
        <p:spPr>
          <a:xfrm>
            <a:off x="6409170" y="529911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F0AB61D-1DD5-7A5E-4472-86C3F0424665}"/>
              </a:ext>
            </a:extLst>
          </p:cNvPr>
          <p:cNvSpPr/>
          <p:nvPr/>
        </p:nvSpPr>
        <p:spPr>
          <a:xfrm>
            <a:off x="6827811" y="529911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0D2C6BF-4489-3290-03E5-02FC179399D3}"/>
              </a:ext>
            </a:extLst>
          </p:cNvPr>
          <p:cNvSpPr/>
          <p:nvPr/>
        </p:nvSpPr>
        <p:spPr>
          <a:xfrm>
            <a:off x="6409170" y="571775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8089A1D-9449-B931-9F8A-001EECA778EE}"/>
              </a:ext>
            </a:extLst>
          </p:cNvPr>
          <p:cNvSpPr/>
          <p:nvPr/>
        </p:nvSpPr>
        <p:spPr>
          <a:xfrm>
            <a:off x="6827811" y="571774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E399E838-829B-BB88-6587-83C9DCCB5100}"/>
              </a:ext>
            </a:extLst>
          </p:cNvPr>
          <p:cNvSpPr/>
          <p:nvPr/>
        </p:nvSpPr>
        <p:spPr>
          <a:xfrm flipH="1">
            <a:off x="5264468" y="5458851"/>
            <a:ext cx="512043" cy="490258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A0A4A9-6116-8A82-A012-3F79C2F2A8AA}"/>
              </a:ext>
            </a:extLst>
          </p:cNvPr>
          <p:cNvSpPr txBox="1"/>
          <p:nvPr/>
        </p:nvSpPr>
        <p:spPr>
          <a:xfrm>
            <a:off x="3508872" y="207117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ABB396-0115-A033-F73F-1EA435A5FAF5}"/>
              </a:ext>
            </a:extLst>
          </p:cNvPr>
          <p:cNvSpPr txBox="1"/>
          <p:nvPr/>
        </p:nvSpPr>
        <p:spPr>
          <a:xfrm>
            <a:off x="6523881" y="257518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3A052B-70B6-2A92-7E96-80C8E6558338}"/>
              </a:ext>
            </a:extLst>
          </p:cNvPr>
          <p:cNvSpPr txBox="1"/>
          <p:nvPr/>
        </p:nvSpPr>
        <p:spPr>
          <a:xfrm>
            <a:off x="6523881" y="4880472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0DDC23-50B4-D5C3-98E5-327660E000C2}"/>
              </a:ext>
            </a:extLst>
          </p:cNvPr>
          <p:cNvSpPr txBox="1"/>
          <p:nvPr/>
        </p:nvSpPr>
        <p:spPr>
          <a:xfrm>
            <a:off x="3438340" y="4406747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23F9156-EFE0-35E4-6653-99B530788F10}"/>
              </a:ext>
            </a:extLst>
          </p:cNvPr>
          <p:cNvSpPr/>
          <p:nvPr/>
        </p:nvSpPr>
        <p:spPr>
          <a:xfrm>
            <a:off x="7903579" y="124674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FA73827-A052-8585-F390-EDA4A98FC917}"/>
              </a:ext>
            </a:extLst>
          </p:cNvPr>
          <p:cNvSpPr/>
          <p:nvPr/>
        </p:nvSpPr>
        <p:spPr>
          <a:xfrm>
            <a:off x="8322220" y="1246744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4E7EF2-951E-BF53-AEF9-FA196D51792A}"/>
              </a:ext>
            </a:extLst>
          </p:cNvPr>
          <p:cNvSpPr/>
          <p:nvPr/>
        </p:nvSpPr>
        <p:spPr>
          <a:xfrm>
            <a:off x="8740861" y="124674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AA24306-F9FF-A6C1-695E-6B31E145C315}"/>
              </a:ext>
            </a:extLst>
          </p:cNvPr>
          <p:cNvSpPr/>
          <p:nvPr/>
        </p:nvSpPr>
        <p:spPr>
          <a:xfrm>
            <a:off x="9159502" y="124674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69DD7E7-2577-B6A0-E064-131D7E61C800}"/>
              </a:ext>
            </a:extLst>
          </p:cNvPr>
          <p:cNvSpPr/>
          <p:nvPr/>
        </p:nvSpPr>
        <p:spPr>
          <a:xfrm>
            <a:off x="7903579" y="166538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D6B16D2-8AD2-C4A0-7E26-733BF66FCB21}"/>
              </a:ext>
            </a:extLst>
          </p:cNvPr>
          <p:cNvSpPr/>
          <p:nvPr/>
        </p:nvSpPr>
        <p:spPr>
          <a:xfrm>
            <a:off x="8322220" y="166538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7FA4093-2681-3F1C-606E-F74760FE3984}"/>
              </a:ext>
            </a:extLst>
          </p:cNvPr>
          <p:cNvSpPr/>
          <p:nvPr/>
        </p:nvSpPr>
        <p:spPr>
          <a:xfrm>
            <a:off x="8740861" y="166538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0F3E44E-B0E1-4F8B-B171-1472E665226D}"/>
              </a:ext>
            </a:extLst>
          </p:cNvPr>
          <p:cNvSpPr/>
          <p:nvPr/>
        </p:nvSpPr>
        <p:spPr>
          <a:xfrm>
            <a:off x="9159502" y="1665383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E274D47-8ECD-1F9B-20D0-D81617B327AD}"/>
              </a:ext>
            </a:extLst>
          </p:cNvPr>
          <p:cNvSpPr/>
          <p:nvPr/>
        </p:nvSpPr>
        <p:spPr>
          <a:xfrm>
            <a:off x="7903579" y="208402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919DC71-864C-7FA0-670D-5AB4FCC0636E}"/>
              </a:ext>
            </a:extLst>
          </p:cNvPr>
          <p:cNvSpPr/>
          <p:nvPr/>
        </p:nvSpPr>
        <p:spPr>
          <a:xfrm>
            <a:off x="8322220" y="208402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8495D3C-F6D9-BD90-BF74-90C75C6B7A5D}"/>
              </a:ext>
            </a:extLst>
          </p:cNvPr>
          <p:cNvSpPr/>
          <p:nvPr/>
        </p:nvSpPr>
        <p:spPr>
          <a:xfrm>
            <a:off x="8740861" y="208402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DD7997D-B432-123A-8B48-65F353853A62}"/>
              </a:ext>
            </a:extLst>
          </p:cNvPr>
          <p:cNvSpPr/>
          <p:nvPr/>
        </p:nvSpPr>
        <p:spPr>
          <a:xfrm>
            <a:off x="9159502" y="2084024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CBDC6E0-882F-96A1-D7DA-5FE2E36F4B9D}"/>
              </a:ext>
            </a:extLst>
          </p:cNvPr>
          <p:cNvSpPr/>
          <p:nvPr/>
        </p:nvSpPr>
        <p:spPr>
          <a:xfrm>
            <a:off x="7903579" y="250266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071B849-F644-C387-FD16-6FCB6ABED01B}"/>
              </a:ext>
            </a:extLst>
          </p:cNvPr>
          <p:cNvSpPr/>
          <p:nvPr/>
        </p:nvSpPr>
        <p:spPr>
          <a:xfrm>
            <a:off x="8322220" y="250266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4A1030E-997D-4C41-BD8C-39B963F2C7DF}"/>
              </a:ext>
            </a:extLst>
          </p:cNvPr>
          <p:cNvSpPr/>
          <p:nvPr/>
        </p:nvSpPr>
        <p:spPr>
          <a:xfrm>
            <a:off x="8740861" y="250266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012F913-16C4-46EF-CB47-2BD78FE7E376}"/>
              </a:ext>
            </a:extLst>
          </p:cNvPr>
          <p:cNvSpPr/>
          <p:nvPr/>
        </p:nvSpPr>
        <p:spPr>
          <a:xfrm>
            <a:off x="9159502" y="2502665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A0B295-FCE1-C7BE-9BD5-4F3F456BF118}"/>
              </a:ext>
            </a:extLst>
          </p:cNvPr>
          <p:cNvSpPr txBox="1"/>
          <p:nvPr/>
        </p:nvSpPr>
        <p:spPr>
          <a:xfrm>
            <a:off x="4786829" y="833382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(N*OH*OW, C*PH*PW)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64C91A-5F5E-4471-BE4D-4FE05B6373D5}"/>
              </a:ext>
            </a:extLst>
          </p:cNvPr>
          <p:cNvSpPr txBox="1"/>
          <p:nvPr/>
        </p:nvSpPr>
        <p:spPr>
          <a:xfrm>
            <a:off x="4772595" y="1305981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(4, 4)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5335F3-E263-3CA4-9D42-B9F9BE68119D}"/>
              </a:ext>
            </a:extLst>
          </p:cNvPr>
          <p:cNvSpPr txBox="1"/>
          <p:nvPr/>
        </p:nvSpPr>
        <p:spPr>
          <a:xfrm>
            <a:off x="8112899" y="80239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col=(4,4)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1368BE2-1923-C6D7-5639-014F4C5F6C04}"/>
              </a:ext>
            </a:extLst>
          </p:cNvPr>
          <p:cNvSpPr/>
          <p:nvPr/>
        </p:nvSpPr>
        <p:spPr>
          <a:xfrm>
            <a:off x="10073902" y="170609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E93D40A-83BF-5907-0F0E-8AB95C97425E}"/>
              </a:ext>
            </a:extLst>
          </p:cNvPr>
          <p:cNvSpPr/>
          <p:nvPr/>
        </p:nvSpPr>
        <p:spPr>
          <a:xfrm>
            <a:off x="10492543" y="170609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F31B0F-A1EB-58CE-DBA8-773AEC06700C}"/>
              </a:ext>
            </a:extLst>
          </p:cNvPr>
          <p:cNvSpPr/>
          <p:nvPr/>
        </p:nvSpPr>
        <p:spPr>
          <a:xfrm>
            <a:off x="10911184" y="170609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FB09EA7-4CC7-8A70-AF42-DE9472460FFA}"/>
              </a:ext>
            </a:extLst>
          </p:cNvPr>
          <p:cNvSpPr/>
          <p:nvPr/>
        </p:nvSpPr>
        <p:spPr>
          <a:xfrm>
            <a:off x="11329825" y="170609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6FF03E9-34A5-3B10-8B2A-ACA3ABA8EB6C}"/>
              </a:ext>
            </a:extLst>
          </p:cNvPr>
          <p:cNvSpPr/>
          <p:nvPr/>
        </p:nvSpPr>
        <p:spPr>
          <a:xfrm>
            <a:off x="10073902" y="247128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BB675E0-F452-0C3F-255A-99ABD6CBDDCC}"/>
              </a:ext>
            </a:extLst>
          </p:cNvPr>
          <p:cNvSpPr/>
          <p:nvPr/>
        </p:nvSpPr>
        <p:spPr>
          <a:xfrm>
            <a:off x="10492543" y="2471283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D7B3EBF-48D8-D38B-B723-161A231BEE76}"/>
              </a:ext>
            </a:extLst>
          </p:cNvPr>
          <p:cNvSpPr/>
          <p:nvPr/>
        </p:nvSpPr>
        <p:spPr>
          <a:xfrm>
            <a:off x="10911184" y="247128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DD4AC31-B90E-C15A-0C08-723FA3E5AF9D}"/>
              </a:ext>
            </a:extLst>
          </p:cNvPr>
          <p:cNvSpPr/>
          <p:nvPr/>
        </p:nvSpPr>
        <p:spPr>
          <a:xfrm>
            <a:off x="11329825" y="247128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67A178-8A43-C211-2B06-D538FE9FF7AD}"/>
              </a:ext>
            </a:extLst>
          </p:cNvPr>
          <p:cNvSpPr txBox="1"/>
          <p:nvPr/>
        </p:nvSpPr>
        <p:spPr>
          <a:xfrm>
            <a:off x="9974741" y="213942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C09FD8F-9196-6E3A-565B-84F8D3A981B5}"/>
              </a:ext>
            </a:extLst>
          </p:cNvPr>
          <p:cNvSpPr txBox="1"/>
          <p:nvPr/>
        </p:nvSpPr>
        <p:spPr>
          <a:xfrm>
            <a:off x="9974741" y="1332764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arg_max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95D1AB4-F00D-CE32-326F-0014EEFBAF6F}"/>
              </a:ext>
            </a:extLst>
          </p:cNvPr>
          <p:cNvSpPr/>
          <p:nvPr/>
        </p:nvSpPr>
        <p:spPr>
          <a:xfrm>
            <a:off x="7928308" y="4406750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69F9CC0-A3A9-962A-17C0-3408C021EBA9}"/>
              </a:ext>
            </a:extLst>
          </p:cNvPr>
          <p:cNvSpPr txBox="1"/>
          <p:nvPr/>
        </p:nvSpPr>
        <p:spPr>
          <a:xfrm>
            <a:off x="8137628" y="3962401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dcol=(4,4)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A5A76B2-50D7-A33C-E530-60E73B7972AC}"/>
              </a:ext>
            </a:extLst>
          </p:cNvPr>
          <p:cNvSpPr/>
          <p:nvPr/>
        </p:nvSpPr>
        <p:spPr>
          <a:xfrm>
            <a:off x="8322220" y="4406747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635EBD8-2203-D03B-F114-7E99F284E781}"/>
              </a:ext>
            </a:extLst>
          </p:cNvPr>
          <p:cNvSpPr/>
          <p:nvPr/>
        </p:nvSpPr>
        <p:spPr>
          <a:xfrm>
            <a:off x="8716132" y="440674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815CE71-722C-BDAC-3A3F-A9298EE6A2F3}"/>
              </a:ext>
            </a:extLst>
          </p:cNvPr>
          <p:cNvSpPr/>
          <p:nvPr/>
        </p:nvSpPr>
        <p:spPr>
          <a:xfrm>
            <a:off x="9110044" y="440674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2CDC604-D0DC-316F-FD50-CD073F7E03A9}"/>
              </a:ext>
            </a:extLst>
          </p:cNvPr>
          <p:cNvSpPr/>
          <p:nvPr/>
        </p:nvSpPr>
        <p:spPr>
          <a:xfrm>
            <a:off x="7928308" y="4830904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A5838C6-0BAA-5FB6-C36B-08DABDD14441}"/>
              </a:ext>
            </a:extLst>
          </p:cNvPr>
          <p:cNvSpPr/>
          <p:nvPr/>
        </p:nvSpPr>
        <p:spPr>
          <a:xfrm>
            <a:off x="8322220" y="4830901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1B89622-CCDD-3DC8-AF24-B673D6998DA0}"/>
              </a:ext>
            </a:extLst>
          </p:cNvPr>
          <p:cNvSpPr/>
          <p:nvPr/>
        </p:nvSpPr>
        <p:spPr>
          <a:xfrm>
            <a:off x="8716132" y="483089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1AF4F86-92E6-F17B-22F4-1382F1801691}"/>
              </a:ext>
            </a:extLst>
          </p:cNvPr>
          <p:cNvSpPr/>
          <p:nvPr/>
        </p:nvSpPr>
        <p:spPr>
          <a:xfrm>
            <a:off x="9110044" y="4830895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9315CFB-B82A-4EAF-DEF8-2CEF935E3D32}"/>
              </a:ext>
            </a:extLst>
          </p:cNvPr>
          <p:cNvSpPr/>
          <p:nvPr/>
        </p:nvSpPr>
        <p:spPr>
          <a:xfrm>
            <a:off x="7928308" y="525505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7229F56-6F67-E9E3-AF92-CE6146726D34}"/>
              </a:ext>
            </a:extLst>
          </p:cNvPr>
          <p:cNvSpPr/>
          <p:nvPr/>
        </p:nvSpPr>
        <p:spPr>
          <a:xfrm>
            <a:off x="8322220" y="525505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11C85C7-0A35-0544-8A22-FECE57188FD5}"/>
              </a:ext>
            </a:extLst>
          </p:cNvPr>
          <p:cNvSpPr/>
          <p:nvPr/>
        </p:nvSpPr>
        <p:spPr>
          <a:xfrm>
            <a:off x="8716132" y="525505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534F250-DD37-A3E9-C8CB-E0314FDD01A1}"/>
              </a:ext>
            </a:extLst>
          </p:cNvPr>
          <p:cNvSpPr/>
          <p:nvPr/>
        </p:nvSpPr>
        <p:spPr>
          <a:xfrm>
            <a:off x="9110044" y="5255049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5C1B426-194A-3C46-D165-769AB8796835}"/>
              </a:ext>
            </a:extLst>
          </p:cNvPr>
          <p:cNvSpPr/>
          <p:nvPr/>
        </p:nvSpPr>
        <p:spPr>
          <a:xfrm>
            <a:off x="7928308" y="5679212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AB59215-B5F4-E29C-7C63-EEC760E40801}"/>
              </a:ext>
            </a:extLst>
          </p:cNvPr>
          <p:cNvSpPr/>
          <p:nvPr/>
        </p:nvSpPr>
        <p:spPr>
          <a:xfrm>
            <a:off x="8322220" y="5679209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AD5F950-A774-8928-500B-26E3E2D78E66}"/>
              </a:ext>
            </a:extLst>
          </p:cNvPr>
          <p:cNvSpPr/>
          <p:nvPr/>
        </p:nvSpPr>
        <p:spPr>
          <a:xfrm>
            <a:off x="8716132" y="567920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032D019-E237-F022-772E-D7DFD0E4EA0A}"/>
              </a:ext>
            </a:extLst>
          </p:cNvPr>
          <p:cNvSpPr/>
          <p:nvPr/>
        </p:nvSpPr>
        <p:spPr>
          <a:xfrm>
            <a:off x="9110044" y="5679203"/>
            <a:ext cx="418641" cy="41864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B78C1CF-A6EF-ECE0-8F36-F1C5ADE6A128}"/>
              </a:ext>
            </a:extLst>
          </p:cNvPr>
          <p:cNvSpPr/>
          <p:nvPr/>
        </p:nvSpPr>
        <p:spPr>
          <a:xfrm>
            <a:off x="10073902" y="4504378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ED0E345-E08B-AC4E-9340-CD795BC829FE}"/>
              </a:ext>
            </a:extLst>
          </p:cNvPr>
          <p:cNvSpPr/>
          <p:nvPr/>
        </p:nvSpPr>
        <p:spPr>
          <a:xfrm>
            <a:off x="10492543" y="4504377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0A38EE1C-0B02-0E7D-A743-7224EB9044C5}"/>
              </a:ext>
            </a:extLst>
          </p:cNvPr>
          <p:cNvSpPr/>
          <p:nvPr/>
        </p:nvSpPr>
        <p:spPr>
          <a:xfrm>
            <a:off x="10911184" y="4504376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895231-B4D2-0A0E-7BAB-411FA5256AC4}"/>
              </a:ext>
            </a:extLst>
          </p:cNvPr>
          <p:cNvSpPr/>
          <p:nvPr/>
        </p:nvSpPr>
        <p:spPr>
          <a:xfrm>
            <a:off x="11329825" y="4504375"/>
            <a:ext cx="418641" cy="4186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647BADB-CFC0-E780-FE9F-6FCD718DE0C8}"/>
              </a:ext>
            </a:extLst>
          </p:cNvPr>
          <p:cNvSpPr txBox="1"/>
          <p:nvPr/>
        </p:nvSpPr>
        <p:spPr>
          <a:xfrm>
            <a:off x="9974741" y="413104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arg_max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423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B61266-DAB7-61DC-8C59-30482A8C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64" y="258314"/>
            <a:ext cx="3486637" cy="9431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8D4148-22BF-6C4D-96C8-971047871E90}"/>
                  </a:ext>
                </a:extLst>
              </p:cNvPr>
              <p:cNvSpPr txBox="1"/>
              <p:nvPr/>
            </p:nvSpPr>
            <p:spPr>
              <a:xfrm>
                <a:off x="1529465" y="1374627"/>
                <a:ext cx="3574055" cy="949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36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ko-KR" altLang="en-US" sz="3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8D4148-22BF-6C4D-96C8-971047871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465" y="1374627"/>
                <a:ext cx="3574055" cy="9490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94CF4B-5603-95F3-2C76-590B73A0CC5B}"/>
                  </a:ext>
                </a:extLst>
              </p:cNvPr>
              <p:cNvSpPr txBox="1"/>
              <p:nvPr/>
            </p:nvSpPr>
            <p:spPr>
              <a:xfrm>
                <a:off x="1577910" y="2821923"/>
                <a:ext cx="4368055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=−128−</m:t>
                      </m:r>
                      <m:f>
                        <m:f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0.00784</m:t>
                          </m:r>
                        </m:den>
                      </m:f>
                    </m:oMath>
                  </m:oMathPara>
                </a14:m>
                <a:endParaRPr lang="ko-KR" altLang="en-US" sz="360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94CF4B-5603-95F3-2C76-590B73A0C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910" y="2821923"/>
                <a:ext cx="4368055" cy="1040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596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71C523C-9CE9-D2CD-D3D1-4B45EE9D6330}"/>
              </a:ext>
            </a:extLst>
          </p:cNvPr>
          <p:cNvSpPr/>
          <p:nvPr/>
        </p:nvSpPr>
        <p:spPr>
          <a:xfrm>
            <a:off x="2585754" y="654008"/>
            <a:ext cx="1350405" cy="59950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0.07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0B09CA-4597-5E2B-DDA9-D0EAA0B0B07C}"/>
              </a:ext>
            </a:extLst>
          </p:cNvPr>
          <p:cNvSpPr/>
          <p:nvPr/>
        </p:nvSpPr>
        <p:spPr>
          <a:xfrm>
            <a:off x="3936159" y="654008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35F294-83DD-B116-A595-551DF3692281}"/>
              </a:ext>
            </a:extLst>
          </p:cNvPr>
          <p:cNvSpPr/>
          <p:nvPr/>
        </p:nvSpPr>
        <p:spPr>
          <a:xfrm>
            <a:off x="5286564" y="654008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0.03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2489B-3162-10FB-109F-4B7F704F8570}"/>
              </a:ext>
            </a:extLst>
          </p:cNvPr>
          <p:cNvSpPr txBox="1"/>
          <p:nvPr/>
        </p:nvSpPr>
        <p:spPr>
          <a:xfrm>
            <a:off x="3053266" y="25389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F44A3-A6A0-A026-72A9-E19E78F0FB0C}"/>
              </a:ext>
            </a:extLst>
          </p:cNvPr>
          <p:cNvSpPr txBox="1"/>
          <p:nvPr/>
        </p:nvSpPr>
        <p:spPr>
          <a:xfrm>
            <a:off x="4134307" y="25389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고양이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5DD10-9A74-338C-3674-7961485FFDE6}"/>
              </a:ext>
            </a:extLst>
          </p:cNvPr>
          <p:cNvSpPr txBox="1"/>
          <p:nvPr/>
        </p:nvSpPr>
        <p:spPr>
          <a:xfrm>
            <a:off x="5530161" y="25389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사슴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6DD8C2-AD5B-3551-0593-149587647063}"/>
              </a:ext>
            </a:extLst>
          </p:cNvPr>
          <p:cNvSpPr/>
          <p:nvPr/>
        </p:nvSpPr>
        <p:spPr>
          <a:xfrm>
            <a:off x="2585754" y="2240583"/>
            <a:ext cx="1350405" cy="59950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4FDB67-2DA5-C8C8-52D2-BE25BFB5C12D}"/>
              </a:ext>
            </a:extLst>
          </p:cNvPr>
          <p:cNvSpPr/>
          <p:nvPr/>
        </p:nvSpPr>
        <p:spPr>
          <a:xfrm>
            <a:off x="3936159" y="2240583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699004-764E-5AD0-B67A-A3534EED86A6}"/>
              </a:ext>
            </a:extLst>
          </p:cNvPr>
          <p:cNvSpPr/>
          <p:nvPr/>
        </p:nvSpPr>
        <p:spPr>
          <a:xfrm>
            <a:off x="5286564" y="2240583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19684-EE87-2335-ABC7-B0D84D13AD4D}"/>
              </a:ext>
            </a:extLst>
          </p:cNvPr>
          <p:cNvSpPr txBox="1"/>
          <p:nvPr/>
        </p:nvSpPr>
        <p:spPr>
          <a:xfrm>
            <a:off x="6880566" y="75370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y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AC712-780E-62F0-604B-A84DAA83E395}"/>
              </a:ext>
            </a:extLst>
          </p:cNvPr>
          <p:cNvSpPr txBox="1"/>
          <p:nvPr/>
        </p:nvSpPr>
        <p:spPr>
          <a:xfrm>
            <a:off x="6880566" y="234028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9276F-85E9-2F4F-ED98-76FA9A75D457}"/>
              </a:ext>
            </a:extLst>
          </p:cNvPr>
          <p:cNvSpPr txBox="1"/>
          <p:nvPr/>
        </p:nvSpPr>
        <p:spPr>
          <a:xfrm>
            <a:off x="9102982" y="169232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y - 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434C28-862A-7A20-206B-3B50028BB23A}"/>
              </a:ext>
            </a:extLst>
          </p:cNvPr>
          <p:cNvSpPr/>
          <p:nvPr/>
        </p:nvSpPr>
        <p:spPr>
          <a:xfrm>
            <a:off x="2616032" y="3718157"/>
            <a:ext cx="1350405" cy="59950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-0.93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58B664-7995-C71D-ABF2-2AB23161A953}"/>
              </a:ext>
            </a:extLst>
          </p:cNvPr>
          <p:cNvSpPr/>
          <p:nvPr/>
        </p:nvSpPr>
        <p:spPr>
          <a:xfrm>
            <a:off x="3966437" y="3718157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504912-C1AE-D5D9-7EDB-F990538120B5}"/>
              </a:ext>
            </a:extLst>
          </p:cNvPr>
          <p:cNvSpPr/>
          <p:nvPr/>
        </p:nvSpPr>
        <p:spPr>
          <a:xfrm>
            <a:off x="5316842" y="3718157"/>
            <a:ext cx="1350405" cy="5995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0.03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72827-C081-1781-29FB-FC865B690860}"/>
              </a:ext>
            </a:extLst>
          </p:cNvPr>
          <p:cNvSpPr txBox="1"/>
          <p:nvPr/>
        </p:nvSpPr>
        <p:spPr>
          <a:xfrm>
            <a:off x="6910844" y="381785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2088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ABBEB7A-ED4F-C3C3-D30E-3D67C7CC6352}"/>
              </a:ext>
            </a:extLst>
          </p:cNvPr>
          <p:cNvSpPr/>
          <p:nvPr/>
        </p:nvSpPr>
        <p:spPr>
          <a:xfrm>
            <a:off x="1840912" y="403456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711C4D-344E-1850-69C6-723E7CEE6F40}"/>
              </a:ext>
            </a:extLst>
          </p:cNvPr>
          <p:cNvSpPr/>
          <p:nvPr/>
        </p:nvSpPr>
        <p:spPr>
          <a:xfrm>
            <a:off x="2379863" y="403456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8A6524-463A-546D-12A4-127F2408D916}"/>
              </a:ext>
            </a:extLst>
          </p:cNvPr>
          <p:cNvSpPr/>
          <p:nvPr/>
        </p:nvSpPr>
        <p:spPr>
          <a:xfrm>
            <a:off x="2918814" y="4034560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382A6-8118-84F0-5526-F91AD604F1DA}"/>
              </a:ext>
            </a:extLst>
          </p:cNvPr>
          <p:cNvSpPr/>
          <p:nvPr/>
        </p:nvSpPr>
        <p:spPr>
          <a:xfrm>
            <a:off x="3457765" y="403455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81ED78-77A6-DB03-DEA6-79D098DB90E0}"/>
              </a:ext>
            </a:extLst>
          </p:cNvPr>
          <p:cNvSpPr/>
          <p:nvPr/>
        </p:nvSpPr>
        <p:spPr>
          <a:xfrm>
            <a:off x="1840912" y="457351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844E32-D26D-3BAE-AD75-A23DD7B5A75B}"/>
              </a:ext>
            </a:extLst>
          </p:cNvPr>
          <p:cNvSpPr/>
          <p:nvPr/>
        </p:nvSpPr>
        <p:spPr>
          <a:xfrm>
            <a:off x="2379863" y="457351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933AD1-AAC9-8593-5741-DE89B1A67FAC}"/>
              </a:ext>
            </a:extLst>
          </p:cNvPr>
          <p:cNvSpPr/>
          <p:nvPr/>
        </p:nvSpPr>
        <p:spPr>
          <a:xfrm>
            <a:off x="2918814" y="457351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15241C-499F-2AB5-C436-D8F9DB1D326D}"/>
              </a:ext>
            </a:extLst>
          </p:cNvPr>
          <p:cNvSpPr/>
          <p:nvPr/>
        </p:nvSpPr>
        <p:spPr>
          <a:xfrm>
            <a:off x="3457765" y="4573510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574D2-1618-E1AB-E82B-7866CD0237D7}"/>
              </a:ext>
            </a:extLst>
          </p:cNvPr>
          <p:cNvSpPr/>
          <p:nvPr/>
        </p:nvSpPr>
        <p:spPr>
          <a:xfrm>
            <a:off x="1840912" y="511246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EBEC29-81EF-AE86-CB07-D05C399D382C}"/>
              </a:ext>
            </a:extLst>
          </p:cNvPr>
          <p:cNvSpPr/>
          <p:nvPr/>
        </p:nvSpPr>
        <p:spPr>
          <a:xfrm>
            <a:off x="2379863" y="511246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C339A0-3CB9-179D-7ACE-582592816D4A}"/>
              </a:ext>
            </a:extLst>
          </p:cNvPr>
          <p:cNvSpPr/>
          <p:nvPr/>
        </p:nvSpPr>
        <p:spPr>
          <a:xfrm>
            <a:off x="2918814" y="511246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E52BF0-6FF7-53F2-0DC5-D1F5A13095F3}"/>
              </a:ext>
            </a:extLst>
          </p:cNvPr>
          <p:cNvSpPr/>
          <p:nvPr/>
        </p:nvSpPr>
        <p:spPr>
          <a:xfrm>
            <a:off x="3457765" y="511246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18DEBC-C2AD-856D-DB48-71E4D8AF81C6}"/>
              </a:ext>
            </a:extLst>
          </p:cNvPr>
          <p:cNvSpPr/>
          <p:nvPr/>
        </p:nvSpPr>
        <p:spPr>
          <a:xfrm>
            <a:off x="1840912" y="565141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FE8AE6-505A-1661-ED1E-B021AE9F83D3}"/>
              </a:ext>
            </a:extLst>
          </p:cNvPr>
          <p:cNvSpPr/>
          <p:nvPr/>
        </p:nvSpPr>
        <p:spPr>
          <a:xfrm>
            <a:off x="2379863" y="565141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04332A-AA4B-ABD7-646A-863A83E2CAD0}"/>
              </a:ext>
            </a:extLst>
          </p:cNvPr>
          <p:cNvSpPr/>
          <p:nvPr/>
        </p:nvSpPr>
        <p:spPr>
          <a:xfrm>
            <a:off x="2918814" y="565141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196094-11EF-3734-8FAE-AE94B4E2F347}"/>
              </a:ext>
            </a:extLst>
          </p:cNvPr>
          <p:cNvSpPr/>
          <p:nvPr/>
        </p:nvSpPr>
        <p:spPr>
          <a:xfrm>
            <a:off x="3457765" y="565141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790917-E631-5FD3-B625-514C0FE6B2F0}"/>
              </a:ext>
            </a:extLst>
          </p:cNvPr>
          <p:cNvSpPr/>
          <p:nvPr/>
        </p:nvSpPr>
        <p:spPr>
          <a:xfrm>
            <a:off x="5074618" y="403455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A950E9-BBE4-4651-8F0B-AEA130933D19}"/>
              </a:ext>
            </a:extLst>
          </p:cNvPr>
          <p:cNvSpPr/>
          <p:nvPr/>
        </p:nvSpPr>
        <p:spPr>
          <a:xfrm>
            <a:off x="5613569" y="403455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B661A7-D6DD-BEE3-C67F-09426A490DCC}"/>
              </a:ext>
            </a:extLst>
          </p:cNvPr>
          <p:cNvSpPr/>
          <p:nvPr/>
        </p:nvSpPr>
        <p:spPr>
          <a:xfrm>
            <a:off x="6152520" y="403455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4773C5-1098-36C0-4E29-2A319BB77D52}"/>
              </a:ext>
            </a:extLst>
          </p:cNvPr>
          <p:cNvSpPr/>
          <p:nvPr/>
        </p:nvSpPr>
        <p:spPr>
          <a:xfrm>
            <a:off x="5074618" y="4573510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27ED7C-5B35-6528-D490-8AF9F5A04B21}"/>
              </a:ext>
            </a:extLst>
          </p:cNvPr>
          <p:cNvSpPr/>
          <p:nvPr/>
        </p:nvSpPr>
        <p:spPr>
          <a:xfrm>
            <a:off x="5613569" y="457350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A1ABB6-3E19-9247-EE32-D27A9D9026E6}"/>
              </a:ext>
            </a:extLst>
          </p:cNvPr>
          <p:cNvSpPr/>
          <p:nvPr/>
        </p:nvSpPr>
        <p:spPr>
          <a:xfrm>
            <a:off x="6152520" y="457350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A5D10C4-44CA-D73B-7776-C0E57AF10882}"/>
              </a:ext>
            </a:extLst>
          </p:cNvPr>
          <p:cNvSpPr/>
          <p:nvPr/>
        </p:nvSpPr>
        <p:spPr>
          <a:xfrm>
            <a:off x="5074618" y="511246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93EEA8C-D5AD-511B-2C6E-775E5CAEC562}"/>
              </a:ext>
            </a:extLst>
          </p:cNvPr>
          <p:cNvSpPr/>
          <p:nvPr/>
        </p:nvSpPr>
        <p:spPr>
          <a:xfrm>
            <a:off x="5613569" y="5112460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B74DA7-BE22-75D9-7290-99930E45DF37}"/>
              </a:ext>
            </a:extLst>
          </p:cNvPr>
          <p:cNvSpPr/>
          <p:nvPr/>
        </p:nvSpPr>
        <p:spPr>
          <a:xfrm>
            <a:off x="6152520" y="511245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089FB6E-4ED5-40E9-4883-736678B9EA8B}"/>
              </a:ext>
            </a:extLst>
          </p:cNvPr>
          <p:cNvSpPr/>
          <p:nvPr/>
        </p:nvSpPr>
        <p:spPr>
          <a:xfrm>
            <a:off x="5074618" y="565140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86055D9-6212-7E49-5BC5-E5F5FC8D1368}"/>
              </a:ext>
            </a:extLst>
          </p:cNvPr>
          <p:cNvSpPr/>
          <p:nvPr/>
        </p:nvSpPr>
        <p:spPr>
          <a:xfrm>
            <a:off x="5613569" y="565140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F3F07CF-5B5F-44A2-0E1D-E92AA315CA22}"/>
              </a:ext>
            </a:extLst>
          </p:cNvPr>
          <p:cNvSpPr/>
          <p:nvPr/>
        </p:nvSpPr>
        <p:spPr>
          <a:xfrm>
            <a:off x="6152520" y="565140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1A4196-197B-37E2-A399-FE55D9186028}"/>
              </a:ext>
            </a:extLst>
          </p:cNvPr>
          <p:cNvSpPr txBox="1"/>
          <p:nvPr/>
        </p:nvSpPr>
        <p:spPr>
          <a:xfrm>
            <a:off x="2180027" y="347593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A507C8-6F3F-D762-68DC-94E319939148}"/>
              </a:ext>
            </a:extLst>
          </p:cNvPr>
          <p:cNvSpPr txBox="1"/>
          <p:nvPr/>
        </p:nvSpPr>
        <p:spPr>
          <a:xfrm>
            <a:off x="5086730" y="347593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06EE35-9A70-585F-B016-981131644F9E}"/>
              </a:ext>
            </a:extLst>
          </p:cNvPr>
          <p:cNvSpPr/>
          <p:nvPr/>
        </p:nvSpPr>
        <p:spPr>
          <a:xfrm>
            <a:off x="8169045" y="43040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9EE63F-DE62-414C-1047-F13B2C6138CF}"/>
              </a:ext>
            </a:extLst>
          </p:cNvPr>
          <p:cNvSpPr/>
          <p:nvPr/>
        </p:nvSpPr>
        <p:spPr>
          <a:xfrm>
            <a:off x="8707996" y="43040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CBF680C-5F97-2B40-51DA-EBF9D9F82916}"/>
              </a:ext>
            </a:extLst>
          </p:cNvPr>
          <p:cNvSpPr/>
          <p:nvPr/>
        </p:nvSpPr>
        <p:spPr>
          <a:xfrm>
            <a:off x="9246947" y="4304032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274C1CD-FA46-67C5-CEFF-6E7AE07E0F17}"/>
              </a:ext>
            </a:extLst>
          </p:cNvPr>
          <p:cNvSpPr/>
          <p:nvPr/>
        </p:nvSpPr>
        <p:spPr>
          <a:xfrm>
            <a:off x="8169044" y="48429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6F981C-97F7-5A69-BB2E-9072574D76F2}"/>
              </a:ext>
            </a:extLst>
          </p:cNvPr>
          <p:cNvSpPr/>
          <p:nvPr/>
        </p:nvSpPr>
        <p:spPr>
          <a:xfrm>
            <a:off x="8707996" y="484298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0BFCE57-5F8D-5B72-A447-8D88F7C90892}"/>
              </a:ext>
            </a:extLst>
          </p:cNvPr>
          <p:cNvSpPr/>
          <p:nvPr/>
        </p:nvSpPr>
        <p:spPr>
          <a:xfrm>
            <a:off x="9246946" y="48429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DE12EAF-D26A-19D2-4E86-E87446E0ECD1}"/>
              </a:ext>
            </a:extLst>
          </p:cNvPr>
          <p:cNvSpPr/>
          <p:nvPr/>
        </p:nvSpPr>
        <p:spPr>
          <a:xfrm>
            <a:off x="8169045" y="5381936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B8C91D-4896-B79E-461B-2086105AA790}"/>
              </a:ext>
            </a:extLst>
          </p:cNvPr>
          <p:cNvSpPr/>
          <p:nvPr/>
        </p:nvSpPr>
        <p:spPr>
          <a:xfrm>
            <a:off x="8707996" y="53819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63FBCC0-9ACE-CD51-DABE-674287BF2C1F}"/>
              </a:ext>
            </a:extLst>
          </p:cNvPr>
          <p:cNvSpPr/>
          <p:nvPr/>
        </p:nvSpPr>
        <p:spPr>
          <a:xfrm>
            <a:off x="9246947" y="53819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C9A362-A912-7A5B-3D2D-FCEF9D9B8977}"/>
              </a:ext>
            </a:extLst>
          </p:cNvPr>
          <p:cNvSpPr/>
          <p:nvPr/>
        </p:nvSpPr>
        <p:spPr>
          <a:xfrm>
            <a:off x="1780356" y="77133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B2F31D-8CA3-0382-5B42-C6A7F04A0B17}"/>
              </a:ext>
            </a:extLst>
          </p:cNvPr>
          <p:cNvSpPr/>
          <p:nvPr/>
        </p:nvSpPr>
        <p:spPr>
          <a:xfrm>
            <a:off x="2319307" y="7713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2B8A90-6E1F-B4CE-D144-E84FA62F9F56}"/>
              </a:ext>
            </a:extLst>
          </p:cNvPr>
          <p:cNvSpPr/>
          <p:nvPr/>
        </p:nvSpPr>
        <p:spPr>
          <a:xfrm>
            <a:off x="2858258" y="7713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C9DCF5-BF44-CDAF-CAA2-28C68B4F8CD1}"/>
              </a:ext>
            </a:extLst>
          </p:cNvPr>
          <p:cNvSpPr/>
          <p:nvPr/>
        </p:nvSpPr>
        <p:spPr>
          <a:xfrm>
            <a:off x="3397209" y="7713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72FD4E-3FA3-3D38-98E8-25A6B7F1E887}"/>
              </a:ext>
            </a:extLst>
          </p:cNvPr>
          <p:cNvSpPr/>
          <p:nvPr/>
        </p:nvSpPr>
        <p:spPr>
          <a:xfrm>
            <a:off x="1780356" y="131028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9CAB69-F3B2-F113-C553-2A636ACAD608}"/>
              </a:ext>
            </a:extLst>
          </p:cNvPr>
          <p:cNvSpPr/>
          <p:nvPr/>
        </p:nvSpPr>
        <p:spPr>
          <a:xfrm>
            <a:off x="2319307" y="131028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207324C-7827-B8A9-A3BD-F4B7E9A62D79}"/>
              </a:ext>
            </a:extLst>
          </p:cNvPr>
          <p:cNvSpPr/>
          <p:nvPr/>
        </p:nvSpPr>
        <p:spPr>
          <a:xfrm>
            <a:off x="2858258" y="131028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F2C7C2-084C-E960-811E-BFD4916B88BE}"/>
              </a:ext>
            </a:extLst>
          </p:cNvPr>
          <p:cNvSpPr/>
          <p:nvPr/>
        </p:nvSpPr>
        <p:spPr>
          <a:xfrm>
            <a:off x="3397209" y="131028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7C6089-9620-F3D4-23DD-5B9B5A1AD27F}"/>
              </a:ext>
            </a:extLst>
          </p:cNvPr>
          <p:cNvSpPr/>
          <p:nvPr/>
        </p:nvSpPr>
        <p:spPr>
          <a:xfrm>
            <a:off x="1780356" y="184923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C7E5F1C-6930-DB3F-B17F-7BA47694EF33}"/>
              </a:ext>
            </a:extLst>
          </p:cNvPr>
          <p:cNvSpPr/>
          <p:nvPr/>
        </p:nvSpPr>
        <p:spPr>
          <a:xfrm>
            <a:off x="2319307" y="184923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1450F42-FCCB-3F75-9F43-75D9F25B12DB}"/>
              </a:ext>
            </a:extLst>
          </p:cNvPr>
          <p:cNvSpPr/>
          <p:nvPr/>
        </p:nvSpPr>
        <p:spPr>
          <a:xfrm>
            <a:off x="2858258" y="184923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78C818-C919-4F62-924A-11A185F2857A}"/>
              </a:ext>
            </a:extLst>
          </p:cNvPr>
          <p:cNvSpPr/>
          <p:nvPr/>
        </p:nvSpPr>
        <p:spPr>
          <a:xfrm>
            <a:off x="3397209" y="18492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C02100C-8026-3D52-3538-1EA00E9A2FB4}"/>
              </a:ext>
            </a:extLst>
          </p:cNvPr>
          <p:cNvSpPr/>
          <p:nvPr/>
        </p:nvSpPr>
        <p:spPr>
          <a:xfrm>
            <a:off x="1780356" y="238818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F5D20F3-FB5D-ACE6-DA24-01A1A18ED9FC}"/>
              </a:ext>
            </a:extLst>
          </p:cNvPr>
          <p:cNvSpPr/>
          <p:nvPr/>
        </p:nvSpPr>
        <p:spPr>
          <a:xfrm>
            <a:off x="2319307" y="238818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CBBC0F-1927-A5DC-3621-0C91F430BCAF}"/>
              </a:ext>
            </a:extLst>
          </p:cNvPr>
          <p:cNvSpPr/>
          <p:nvPr/>
        </p:nvSpPr>
        <p:spPr>
          <a:xfrm>
            <a:off x="2858258" y="238818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71C62C-AB79-04CC-4FA7-B8983AA8741F}"/>
              </a:ext>
            </a:extLst>
          </p:cNvPr>
          <p:cNvSpPr/>
          <p:nvPr/>
        </p:nvSpPr>
        <p:spPr>
          <a:xfrm>
            <a:off x="3397209" y="238818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C5D10E8-D6A7-B7CE-BF79-7E0059E30BA5}"/>
              </a:ext>
            </a:extLst>
          </p:cNvPr>
          <p:cNvSpPr/>
          <p:nvPr/>
        </p:nvSpPr>
        <p:spPr>
          <a:xfrm>
            <a:off x="5014062" y="7713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7046E37-5790-1FA7-0121-C0B6F19DC995}"/>
              </a:ext>
            </a:extLst>
          </p:cNvPr>
          <p:cNvSpPr/>
          <p:nvPr/>
        </p:nvSpPr>
        <p:spPr>
          <a:xfrm>
            <a:off x="5553013" y="77133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B35D1BB-0A76-5615-0A2C-F86916C0E4F5}"/>
              </a:ext>
            </a:extLst>
          </p:cNvPr>
          <p:cNvSpPr/>
          <p:nvPr/>
        </p:nvSpPr>
        <p:spPr>
          <a:xfrm>
            <a:off x="6091964" y="77133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2A12CE2-B254-55D2-F632-7ED0C609D848}"/>
              </a:ext>
            </a:extLst>
          </p:cNvPr>
          <p:cNvSpPr/>
          <p:nvPr/>
        </p:nvSpPr>
        <p:spPr>
          <a:xfrm>
            <a:off x="5014062" y="131028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32F0F3-55B5-1377-BB82-7B9C40810813}"/>
              </a:ext>
            </a:extLst>
          </p:cNvPr>
          <p:cNvSpPr/>
          <p:nvPr/>
        </p:nvSpPr>
        <p:spPr>
          <a:xfrm>
            <a:off x="5553013" y="13102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19533A6-DBA4-2933-EBFB-16A57FCCC7BC}"/>
              </a:ext>
            </a:extLst>
          </p:cNvPr>
          <p:cNvSpPr/>
          <p:nvPr/>
        </p:nvSpPr>
        <p:spPr>
          <a:xfrm>
            <a:off x="6091964" y="131028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8D487F-48FA-1C3C-0658-1BE051A38067}"/>
              </a:ext>
            </a:extLst>
          </p:cNvPr>
          <p:cNvSpPr/>
          <p:nvPr/>
        </p:nvSpPr>
        <p:spPr>
          <a:xfrm>
            <a:off x="5014062" y="18492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262E6C8-E902-AA53-EA55-089988FA649C}"/>
              </a:ext>
            </a:extLst>
          </p:cNvPr>
          <p:cNvSpPr/>
          <p:nvPr/>
        </p:nvSpPr>
        <p:spPr>
          <a:xfrm>
            <a:off x="5553013" y="18492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F66A41-848C-E79F-F4E7-0F244B6DC7F7}"/>
              </a:ext>
            </a:extLst>
          </p:cNvPr>
          <p:cNvSpPr/>
          <p:nvPr/>
        </p:nvSpPr>
        <p:spPr>
          <a:xfrm>
            <a:off x="6091964" y="18492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85B5C16-4D1E-F6F4-698A-0BFDA2E90ABD}"/>
              </a:ext>
            </a:extLst>
          </p:cNvPr>
          <p:cNvSpPr/>
          <p:nvPr/>
        </p:nvSpPr>
        <p:spPr>
          <a:xfrm>
            <a:off x="5014062" y="23881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5C3885D-172C-63E6-A3C1-A190FC930535}"/>
              </a:ext>
            </a:extLst>
          </p:cNvPr>
          <p:cNvSpPr/>
          <p:nvPr/>
        </p:nvSpPr>
        <p:spPr>
          <a:xfrm>
            <a:off x="5553013" y="238818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E98804-9917-C9B8-8D6E-8EFC931A251E}"/>
              </a:ext>
            </a:extLst>
          </p:cNvPr>
          <p:cNvSpPr/>
          <p:nvPr/>
        </p:nvSpPr>
        <p:spPr>
          <a:xfrm>
            <a:off x="6091964" y="238818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D4F928-DBFF-2C2B-D902-376B6866B9CB}"/>
              </a:ext>
            </a:extLst>
          </p:cNvPr>
          <p:cNvSpPr txBox="1"/>
          <p:nvPr/>
        </p:nvSpPr>
        <p:spPr>
          <a:xfrm>
            <a:off x="2119471" y="21270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CDF8DC-3642-9EA9-7030-2F2247F19C9C}"/>
              </a:ext>
            </a:extLst>
          </p:cNvPr>
          <p:cNvSpPr txBox="1"/>
          <p:nvPr/>
        </p:nvSpPr>
        <p:spPr>
          <a:xfrm>
            <a:off x="5026174" y="21270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DC6D632-D7D3-5B8C-18E9-283602EF73AB}"/>
              </a:ext>
            </a:extLst>
          </p:cNvPr>
          <p:cNvSpPr/>
          <p:nvPr/>
        </p:nvSpPr>
        <p:spPr>
          <a:xfrm>
            <a:off x="8108489" y="104080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0.7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28D3D17-C5EE-D4B2-29D2-A63E251B7F0F}"/>
              </a:ext>
            </a:extLst>
          </p:cNvPr>
          <p:cNvSpPr/>
          <p:nvPr/>
        </p:nvSpPr>
        <p:spPr>
          <a:xfrm>
            <a:off x="8647440" y="104080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0.6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41C06AE-FBDC-5DA6-A1F4-1E1A785DFA54}"/>
              </a:ext>
            </a:extLst>
          </p:cNvPr>
          <p:cNvSpPr/>
          <p:nvPr/>
        </p:nvSpPr>
        <p:spPr>
          <a:xfrm>
            <a:off x="9186391" y="1040806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FFB0A8E-F040-F371-181C-19583188F037}"/>
              </a:ext>
            </a:extLst>
          </p:cNvPr>
          <p:cNvSpPr/>
          <p:nvPr/>
        </p:nvSpPr>
        <p:spPr>
          <a:xfrm>
            <a:off x="8108488" y="157975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0.5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0E75C8B-2D4B-D796-5DEF-7E7F1D0C3C34}"/>
              </a:ext>
            </a:extLst>
          </p:cNvPr>
          <p:cNvSpPr/>
          <p:nvPr/>
        </p:nvSpPr>
        <p:spPr>
          <a:xfrm>
            <a:off x="8647440" y="157975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0.3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5E4AB7C-2803-E8D9-F6A3-F1EFB3EC32E2}"/>
              </a:ext>
            </a:extLst>
          </p:cNvPr>
          <p:cNvSpPr/>
          <p:nvPr/>
        </p:nvSpPr>
        <p:spPr>
          <a:xfrm>
            <a:off x="9186390" y="157975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66FD7E7-4804-B2C1-A527-B382AF81284F}"/>
              </a:ext>
            </a:extLst>
          </p:cNvPr>
          <p:cNvSpPr/>
          <p:nvPr/>
        </p:nvSpPr>
        <p:spPr>
          <a:xfrm>
            <a:off x="8108489" y="2118710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12A14AD-F25C-B608-5125-4585A56F6D73}"/>
              </a:ext>
            </a:extLst>
          </p:cNvPr>
          <p:cNvSpPr/>
          <p:nvPr/>
        </p:nvSpPr>
        <p:spPr>
          <a:xfrm>
            <a:off x="8647440" y="211870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0.2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675D142-9570-D70B-B89D-9F178EA60CCE}"/>
              </a:ext>
            </a:extLst>
          </p:cNvPr>
          <p:cNvSpPr/>
          <p:nvPr/>
        </p:nvSpPr>
        <p:spPr>
          <a:xfrm>
            <a:off x="9186391" y="211870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0.3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ED55DD9-38D0-B985-B133-3249D2CA5C2B}"/>
              </a:ext>
            </a:extLst>
          </p:cNvPr>
          <p:cNvSpPr/>
          <p:nvPr/>
        </p:nvSpPr>
        <p:spPr>
          <a:xfrm>
            <a:off x="10276405" y="104080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E3F2D95-4A48-BAF1-9806-84296DA3288A}"/>
              </a:ext>
            </a:extLst>
          </p:cNvPr>
          <p:cNvSpPr/>
          <p:nvPr/>
        </p:nvSpPr>
        <p:spPr>
          <a:xfrm>
            <a:off x="10815356" y="104080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000BAE4-D4C3-6AFB-60B9-21DA2B2A7F7A}"/>
              </a:ext>
            </a:extLst>
          </p:cNvPr>
          <p:cNvSpPr/>
          <p:nvPr/>
        </p:nvSpPr>
        <p:spPr>
          <a:xfrm>
            <a:off x="11354307" y="1040805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D3DCB19-A96F-615B-2875-486F0DA7168B}"/>
              </a:ext>
            </a:extLst>
          </p:cNvPr>
          <p:cNvSpPr/>
          <p:nvPr/>
        </p:nvSpPr>
        <p:spPr>
          <a:xfrm>
            <a:off x="10276404" y="157975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7C9B4EF-6E55-B260-9B77-F9C0F4D08463}"/>
              </a:ext>
            </a:extLst>
          </p:cNvPr>
          <p:cNvSpPr/>
          <p:nvPr/>
        </p:nvSpPr>
        <p:spPr>
          <a:xfrm>
            <a:off x="10815356" y="157975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0B8C8A3-E7EF-4662-97E6-0E67B586FC85}"/>
              </a:ext>
            </a:extLst>
          </p:cNvPr>
          <p:cNvSpPr/>
          <p:nvPr/>
        </p:nvSpPr>
        <p:spPr>
          <a:xfrm>
            <a:off x="11354306" y="157975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3C85AC0-46D1-E9ED-0262-A2FF64DD69BB}"/>
              </a:ext>
            </a:extLst>
          </p:cNvPr>
          <p:cNvSpPr/>
          <p:nvPr/>
        </p:nvSpPr>
        <p:spPr>
          <a:xfrm>
            <a:off x="10276405" y="2118709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EE65A11-0BB0-3AF9-470F-B371A51E9E81}"/>
              </a:ext>
            </a:extLst>
          </p:cNvPr>
          <p:cNvSpPr/>
          <p:nvPr/>
        </p:nvSpPr>
        <p:spPr>
          <a:xfrm>
            <a:off x="10815356" y="211870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E52E024-D638-D509-E0F2-94E20F857323}"/>
              </a:ext>
            </a:extLst>
          </p:cNvPr>
          <p:cNvSpPr/>
          <p:nvPr/>
        </p:nvSpPr>
        <p:spPr>
          <a:xfrm>
            <a:off x="11354307" y="211870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70C1EE3-D3A7-4E53-15A1-D56DB4A82912}"/>
              </a:ext>
            </a:extLst>
          </p:cNvPr>
          <p:cNvSpPr txBox="1"/>
          <p:nvPr/>
        </p:nvSpPr>
        <p:spPr>
          <a:xfrm>
            <a:off x="10585241" y="57127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mask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882B667-06D2-C37A-15A6-20B4B4DB3C4D}"/>
              </a:ext>
            </a:extLst>
          </p:cNvPr>
          <p:cNvSpPr txBox="1"/>
          <p:nvPr/>
        </p:nvSpPr>
        <p:spPr>
          <a:xfrm>
            <a:off x="8542453" y="55651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07F9BC4-ABD1-38DF-1014-59993EFAF7EC}"/>
              </a:ext>
            </a:extLst>
          </p:cNvPr>
          <p:cNvSpPr txBox="1"/>
          <p:nvPr/>
        </p:nvSpPr>
        <p:spPr>
          <a:xfrm>
            <a:off x="9311518" y="101744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out[mask] = 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745FF84-C5B2-9B30-6F0C-CB55F617A6E0}"/>
              </a:ext>
            </a:extLst>
          </p:cNvPr>
          <p:cNvSpPr txBox="1"/>
          <p:nvPr/>
        </p:nvSpPr>
        <p:spPr>
          <a:xfrm>
            <a:off x="440085" y="132012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Relu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2B390B-9196-1433-855D-5C8B3B28D13E}"/>
              </a:ext>
            </a:extLst>
          </p:cNvPr>
          <p:cNvSpPr txBox="1"/>
          <p:nvPr/>
        </p:nvSpPr>
        <p:spPr>
          <a:xfrm>
            <a:off x="199485" y="464292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Dropout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99CEDF4-945E-D8CE-EF4F-45189404B672}"/>
              </a:ext>
            </a:extLst>
          </p:cNvPr>
          <p:cNvSpPr/>
          <p:nvPr/>
        </p:nvSpPr>
        <p:spPr>
          <a:xfrm>
            <a:off x="10324849" y="429721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0D7C3D9-7680-1067-F9A6-254153CC93BB}"/>
              </a:ext>
            </a:extLst>
          </p:cNvPr>
          <p:cNvSpPr/>
          <p:nvPr/>
        </p:nvSpPr>
        <p:spPr>
          <a:xfrm>
            <a:off x="10863800" y="429721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A0C87BF-448C-7427-60A4-DFD0A0FBBF7A}"/>
              </a:ext>
            </a:extLst>
          </p:cNvPr>
          <p:cNvSpPr/>
          <p:nvPr/>
        </p:nvSpPr>
        <p:spPr>
          <a:xfrm>
            <a:off x="11402751" y="4297212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281D58E-ED08-3338-3DAE-83FD95FB515F}"/>
              </a:ext>
            </a:extLst>
          </p:cNvPr>
          <p:cNvSpPr/>
          <p:nvPr/>
        </p:nvSpPr>
        <p:spPr>
          <a:xfrm>
            <a:off x="10324848" y="483616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4A516DE-404A-4787-E555-0D19ABDE5BCA}"/>
              </a:ext>
            </a:extLst>
          </p:cNvPr>
          <p:cNvSpPr/>
          <p:nvPr/>
        </p:nvSpPr>
        <p:spPr>
          <a:xfrm>
            <a:off x="10863800" y="483616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13265DF-4BA6-C8DE-EB54-DDA6289F35C1}"/>
              </a:ext>
            </a:extLst>
          </p:cNvPr>
          <p:cNvSpPr/>
          <p:nvPr/>
        </p:nvSpPr>
        <p:spPr>
          <a:xfrm>
            <a:off x="11402750" y="483616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1997D47-AA19-5659-0271-C6CC06AD3E56}"/>
              </a:ext>
            </a:extLst>
          </p:cNvPr>
          <p:cNvSpPr/>
          <p:nvPr/>
        </p:nvSpPr>
        <p:spPr>
          <a:xfrm>
            <a:off x="10324849" y="5375116"/>
            <a:ext cx="538951" cy="5389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317E087-47A7-BB16-B4B6-44397D98262F}"/>
              </a:ext>
            </a:extLst>
          </p:cNvPr>
          <p:cNvSpPr/>
          <p:nvPr/>
        </p:nvSpPr>
        <p:spPr>
          <a:xfrm>
            <a:off x="10863800" y="537511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A6E40D8-2675-B93B-FE49-7A0986734343}"/>
              </a:ext>
            </a:extLst>
          </p:cNvPr>
          <p:cNvSpPr/>
          <p:nvPr/>
        </p:nvSpPr>
        <p:spPr>
          <a:xfrm>
            <a:off x="11402751" y="537511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E8EF36-963D-7F61-37CE-87C33F6FAB03}"/>
              </a:ext>
            </a:extLst>
          </p:cNvPr>
          <p:cNvSpPr txBox="1"/>
          <p:nvPr/>
        </p:nvSpPr>
        <p:spPr>
          <a:xfrm>
            <a:off x="10633685" y="38276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mask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0BDD76F-41CF-FAC0-6918-4A0686A03905}"/>
              </a:ext>
            </a:extLst>
          </p:cNvPr>
          <p:cNvSpPr txBox="1"/>
          <p:nvPr/>
        </p:nvSpPr>
        <p:spPr>
          <a:xfrm>
            <a:off x="8108488" y="361968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rate=0.2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188B4CE-5B30-9625-B576-55C09AFA72A6}"/>
              </a:ext>
            </a:extLst>
          </p:cNvPr>
          <p:cNvSpPr txBox="1"/>
          <p:nvPr/>
        </p:nvSpPr>
        <p:spPr>
          <a:xfrm>
            <a:off x="9455865" y="336497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  *= mask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2128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C9A362-A912-7A5B-3D2D-FCEF9D9B8977}"/>
              </a:ext>
            </a:extLst>
          </p:cNvPr>
          <p:cNvSpPr/>
          <p:nvPr/>
        </p:nvSpPr>
        <p:spPr>
          <a:xfrm>
            <a:off x="1780356" y="77133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B2F31D-8CA3-0382-5B42-C6A7F04A0B17}"/>
              </a:ext>
            </a:extLst>
          </p:cNvPr>
          <p:cNvSpPr/>
          <p:nvPr/>
        </p:nvSpPr>
        <p:spPr>
          <a:xfrm>
            <a:off x="2319307" y="7713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2B8A90-6E1F-B4CE-D144-E84FA62F9F56}"/>
              </a:ext>
            </a:extLst>
          </p:cNvPr>
          <p:cNvSpPr/>
          <p:nvPr/>
        </p:nvSpPr>
        <p:spPr>
          <a:xfrm>
            <a:off x="2858258" y="7713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C9DCF5-BF44-CDAF-CAA2-28C68B4F8CD1}"/>
              </a:ext>
            </a:extLst>
          </p:cNvPr>
          <p:cNvSpPr/>
          <p:nvPr/>
        </p:nvSpPr>
        <p:spPr>
          <a:xfrm>
            <a:off x="3397209" y="7713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72FD4E-3FA3-3D38-98E8-25A6B7F1E887}"/>
              </a:ext>
            </a:extLst>
          </p:cNvPr>
          <p:cNvSpPr/>
          <p:nvPr/>
        </p:nvSpPr>
        <p:spPr>
          <a:xfrm>
            <a:off x="1780356" y="131028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9CAB69-F3B2-F113-C553-2A636ACAD608}"/>
              </a:ext>
            </a:extLst>
          </p:cNvPr>
          <p:cNvSpPr/>
          <p:nvPr/>
        </p:nvSpPr>
        <p:spPr>
          <a:xfrm>
            <a:off x="2319307" y="131028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207324C-7827-B8A9-A3BD-F4B7E9A62D79}"/>
              </a:ext>
            </a:extLst>
          </p:cNvPr>
          <p:cNvSpPr/>
          <p:nvPr/>
        </p:nvSpPr>
        <p:spPr>
          <a:xfrm>
            <a:off x="2858258" y="131028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F2C7C2-084C-E960-811E-BFD4916B88BE}"/>
              </a:ext>
            </a:extLst>
          </p:cNvPr>
          <p:cNvSpPr/>
          <p:nvPr/>
        </p:nvSpPr>
        <p:spPr>
          <a:xfrm>
            <a:off x="3397209" y="131028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7C6089-9620-F3D4-23DD-5B9B5A1AD27F}"/>
              </a:ext>
            </a:extLst>
          </p:cNvPr>
          <p:cNvSpPr/>
          <p:nvPr/>
        </p:nvSpPr>
        <p:spPr>
          <a:xfrm>
            <a:off x="1780356" y="184923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C7E5F1C-6930-DB3F-B17F-7BA47694EF33}"/>
              </a:ext>
            </a:extLst>
          </p:cNvPr>
          <p:cNvSpPr/>
          <p:nvPr/>
        </p:nvSpPr>
        <p:spPr>
          <a:xfrm>
            <a:off x="2319307" y="184923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1450F42-FCCB-3F75-9F43-75D9F25B12DB}"/>
              </a:ext>
            </a:extLst>
          </p:cNvPr>
          <p:cNvSpPr/>
          <p:nvPr/>
        </p:nvSpPr>
        <p:spPr>
          <a:xfrm>
            <a:off x="2858258" y="184923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78C818-C919-4F62-924A-11A185F2857A}"/>
              </a:ext>
            </a:extLst>
          </p:cNvPr>
          <p:cNvSpPr/>
          <p:nvPr/>
        </p:nvSpPr>
        <p:spPr>
          <a:xfrm>
            <a:off x="3397209" y="18492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C02100C-8026-3D52-3538-1EA00E9A2FB4}"/>
              </a:ext>
            </a:extLst>
          </p:cNvPr>
          <p:cNvSpPr/>
          <p:nvPr/>
        </p:nvSpPr>
        <p:spPr>
          <a:xfrm>
            <a:off x="1780356" y="2388189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F5D20F3-FB5D-ACE6-DA24-01A1A18ED9FC}"/>
              </a:ext>
            </a:extLst>
          </p:cNvPr>
          <p:cNvSpPr/>
          <p:nvPr/>
        </p:nvSpPr>
        <p:spPr>
          <a:xfrm>
            <a:off x="2319307" y="2388188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CBBC0F-1927-A5DC-3621-0C91F430BCAF}"/>
              </a:ext>
            </a:extLst>
          </p:cNvPr>
          <p:cNvSpPr/>
          <p:nvPr/>
        </p:nvSpPr>
        <p:spPr>
          <a:xfrm>
            <a:off x="2858258" y="2388187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71C62C-AB79-04CC-4FA7-B8983AA8741F}"/>
              </a:ext>
            </a:extLst>
          </p:cNvPr>
          <p:cNvSpPr/>
          <p:nvPr/>
        </p:nvSpPr>
        <p:spPr>
          <a:xfrm>
            <a:off x="3397209" y="2388186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C5D10E8-D6A7-B7CE-BF79-7E0059E30BA5}"/>
              </a:ext>
            </a:extLst>
          </p:cNvPr>
          <p:cNvSpPr/>
          <p:nvPr/>
        </p:nvSpPr>
        <p:spPr>
          <a:xfrm>
            <a:off x="5014062" y="7713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0.001</a:t>
            </a:r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7046E37-5790-1FA7-0121-C0B6F19DC995}"/>
              </a:ext>
            </a:extLst>
          </p:cNvPr>
          <p:cNvSpPr/>
          <p:nvPr/>
        </p:nvSpPr>
        <p:spPr>
          <a:xfrm>
            <a:off x="5553013" y="77133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B35D1BB-0A76-5615-0A2C-F86916C0E4F5}"/>
              </a:ext>
            </a:extLst>
          </p:cNvPr>
          <p:cNvSpPr/>
          <p:nvPr/>
        </p:nvSpPr>
        <p:spPr>
          <a:xfrm>
            <a:off x="6091964" y="77133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2A12CE2-B254-55D2-F632-7ED0C609D848}"/>
              </a:ext>
            </a:extLst>
          </p:cNvPr>
          <p:cNvSpPr/>
          <p:nvPr/>
        </p:nvSpPr>
        <p:spPr>
          <a:xfrm>
            <a:off x="5014062" y="131028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32F0F3-55B5-1377-BB82-7B9C40810813}"/>
              </a:ext>
            </a:extLst>
          </p:cNvPr>
          <p:cNvSpPr/>
          <p:nvPr/>
        </p:nvSpPr>
        <p:spPr>
          <a:xfrm>
            <a:off x="5553013" y="13102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19533A6-DBA4-2933-EBFB-16A57FCCC7BC}"/>
              </a:ext>
            </a:extLst>
          </p:cNvPr>
          <p:cNvSpPr/>
          <p:nvPr/>
        </p:nvSpPr>
        <p:spPr>
          <a:xfrm>
            <a:off x="6091964" y="131028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8D487F-48FA-1C3C-0658-1BE051A38067}"/>
              </a:ext>
            </a:extLst>
          </p:cNvPr>
          <p:cNvSpPr/>
          <p:nvPr/>
        </p:nvSpPr>
        <p:spPr>
          <a:xfrm>
            <a:off x="5014062" y="1849235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262E6C8-E902-AA53-EA55-089988FA649C}"/>
              </a:ext>
            </a:extLst>
          </p:cNvPr>
          <p:cNvSpPr/>
          <p:nvPr/>
        </p:nvSpPr>
        <p:spPr>
          <a:xfrm>
            <a:off x="5553013" y="1849234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F66A41-848C-E79F-F4E7-0F244B6DC7F7}"/>
              </a:ext>
            </a:extLst>
          </p:cNvPr>
          <p:cNvSpPr/>
          <p:nvPr/>
        </p:nvSpPr>
        <p:spPr>
          <a:xfrm>
            <a:off x="6091964" y="184923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0.002</a:t>
            </a:r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85B5C16-4D1E-F6F4-698A-0BFDA2E90ABD}"/>
              </a:ext>
            </a:extLst>
          </p:cNvPr>
          <p:cNvSpPr/>
          <p:nvPr/>
        </p:nvSpPr>
        <p:spPr>
          <a:xfrm>
            <a:off x="5014062" y="2388183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5C3885D-172C-63E6-A3C1-A190FC930535}"/>
              </a:ext>
            </a:extLst>
          </p:cNvPr>
          <p:cNvSpPr/>
          <p:nvPr/>
        </p:nvSpPr>
        <p:spPr>
          <a:xfrm>
            <a:off x="5553013" y="2388182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E98804-9917-C9B8-8D6E-8EFC931A251E}"/>
              </a:ext>
            </a:extLst>
          </p:cNvPr>
          <p:cNvSpPr/>
          <p:nvPr/>
        </p:nvSpPr>
        <p:spPr>
          <a:xfrm>
            <a:off x="6091964" y="2388181"/>
            <a:ext cx="538951" cy="5389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D4F928-DBFF-2C2B-D902-376B6866B9CB}"/>
              </a:ext>
            </a:extLst>
          </p:cNvPr>
          <p:cNvSpPr txBox="1"/>
          <p:nvPr/>
        </p:nvSpPr>
        <p:spPr>
          <a:xfrm>
            <a:off x="2119471" y="212704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 = (3,4)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CDF8DC-3642-9EA9-7030-2F2247F19C9C}"/>
              </a:ext>
            </a:extLst>
          </p:cNvPr>
          <p:cNvSpPr txBox="1"/>
          <p:nvPr/>
        </p:nvSpPr>
        <p:spPr>
          <a:xfrm>
            <a:off x="5026174" y="212704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 = (4,3)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745FF84-C5B2-9B30-6F0C-CB55F617A6E0}"/>
              </a:ext>
            </a:extLst>
          </p:cNvPr>
          <p:cNvSpPr txBox="1"/>
          <p:nvPr/>
        </p:nvSpPr>
        <p:spPr>
          <a:xfrm>
            <a:off x="440085" y="132012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Pruning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56912-0350-2331-2901-3A9248A2AB69}"/>
              </a:ext>
            </a:extLst>
          </p:cNvPr>
          <p:cNvSpPr txBox="1"/>
          <p:nvPr/>
        </p:nvSpPr>
        <p:spPr>
          <a:xfrm>
            <a:off x="8067671" y="666114"/>
            <a:ext cx="1941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임계값 </a:t>
            </a:r>
            <a:r>
              <a:rPr lang="en-US" altLang="ko-KR" sz="2000">
                <a:latin typeface="Consolas" panose="020B0609020204030204" pitchFamily="49" charset="0"/>
              </a:rPr>
              <a:t>= 0.01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DA360-0640-DD33-E022-13C34520CCF5}"/>
              </a:ext>
            </a:extLst>
          </p:cNvPr>
          <p:cNvSpPr txBox="1"/>
          <p:nvPr/>
        </p:nvSpPr>
        <p:spPr>
          <a:xfrm>
            <a:off x="7502926" y="1849233"/>
            <a:ext cx="33522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if np.abs(w) &lt; </a:t>
            </a:r>
            <a:r>
              <a:rPr lang="ko-KR" altLang="en-US" sz="2000">
                <a:latin typeface="Consolas" panose="020B0609020204030204" pitchFamily="49" charset="0"/>
              </a:rPr>
              <a:t>임계값</a:t>
            </a:r>
            <a:r>
              <a:rPr lang="en-US" altLang="ko-KR" sz="2000">
                <a:latin typeface="Consolas" panose="020B0609020204030204" pitchFamily="49" charset="0"/>
              </a:rPr>
              <a:t> 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w</a:t>
            </a:r>
            <a:r>
              <a:rPr lang="ko-KR" altLang="en-US" sz="2000">
                <a:latin typeface="Consolas" panose="020B0609020204030204" pitchFamily="49" charset="0"/>
              </a:rPr>
              <a:t> 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0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5128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2E5E0-88DC-8909-19E8-6108BC3F5AC2}"/>
              </a:ext>
            </a:extLst>
          </p:cNvPr>
          <p:cNvSpPr txBox="1"/>
          <p:nvPr/>
        </p:nvSpPr>
        <p:spPr>
          <a:xfrm>
            <a:off x="2456762" y="705080"/>
            <a:ext cx="6516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The C Programing language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B1B40-A238-77C0-8B65-A40CB68E09BC}"/>
              </a:ext>
            </a:extLst>
          </p:cNvPr>
          <p:cNvSpPr txBox="1"/>
          <p:nvPr/>
        </p:nvSpPr>
        <p:spPr>
          <a:xfrm>
            <a:off x="2721167" y="1740665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1. </a:t>
            </a:r>
            <a:r>
              <a:rPr lang="en-US" altLang="ko-KR" sz="2800">
                <a:solidFill>
                  <a:srgbClr val="FF0000"/>
                </a:solidFill>
                <a:latin typeface="Consolas" panose="020B0609020204030204" pitchFamily="49" charset="0"/>
              </a:rPr>
              <a:t>A Tutorial Introduction.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2. </a:t>
            </a:r>
            <a:r>
              <a:rPr lang="en-US" altLang="ko-KR" sz="2800">
                <a:solidFill>
                  <a:srgbClr val="FF0000"/>
                </a:solidFill>
                <a:latin typeface="Consolas" panose="020B0609020204030204" pitchFamily="49" charset="0"/>
              </a:rPr>
              <a:t>Types, Operators,</a:t>
            </a:r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solidFill>
                  <a:srgbClr val="FF0000"/>
                </a:solidFill>
                <a:latin typeface="Consolas" panose="020B0609020204030204" pitchFamily="49" charset="0"/>
              </a:rPr>
              <a:t>and Expressions.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3. </a:t>
            </a:r>
            <a:r>
              <a:rPr lang="en-US" altLang="ko-KR" sz="2800">
                <a:solidFill>
                  <a:srgbClr val="FF0000"/>
                </a:solidFill>
                <a:latin typeface="Consolas" panose="020B0609020204030204" pitchFamily="49" charset="0"/>
              </a:rPr>
              <a:t>Control Flow.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4. Functions and Programm Structure.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5. Pointers and Arrays.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6. Structures.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7. Input and Output.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8. The UNIX System Interface.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5814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7968867" y="69406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8582139" y="69406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9195411" y="69406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9808683" y="69406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7986001" y="170843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8599272" y="170843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9229678" y="170843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9860084" y="170843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936434" y="550843"/>
            <a:ext cx="267092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a=3, b=3 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a-b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 i == 3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710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495759" y="82626"/>
            <a:ext cx="832150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unsigned char a=5;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unsigned char b=2;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5-2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8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7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758496" y="417267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-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3229CB-AFE5-A997-D268-EA26986C1954}"/>
              </a:ext>
            </a:extLst>
          </p:cNvPr>
          <p:cNvSpPr/>
          <p:nvPr/>
        </p:nvSpPr>
        <p:spPr>
          <a:xfrm>
            <a:off x="6966321" y="22364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0364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CF==0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크다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319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495759" y="82626"/>
            <a:ext cx="832150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unsigned char a=2;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unsigned char b=5;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2-5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8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7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758496" y="417267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-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0364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CF==1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작다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961640-FF22-5F5F-C6C1-E9135D93FD61}"/>
              </a:ext>
            </a:extLst>
          </p:cNvPr>
          <p:cNvSpPr/>
          <p:nvPr/>
        </p:nvSpPr>
        <p:spPr>
          <a:xfrm>
            <a:off x="7579593" y="22254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786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432872" y="195590"/>
            <a:ext cx="877355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signed char a=5;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signed char b=2;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5+(-2)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7" y="3150824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6" y="4054207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626294" y="41836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+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233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SF==OF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크다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5112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432872" y="195590"/>
            <a:ext cx="877355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signed char a=2;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signed char b=5;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2+(-5)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8" y="3150824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7" y="4054207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626294" y="41836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+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233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SF!=OF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작다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520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513708" y="248563"/>
            <a:ext cx="92256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signed char a=100;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signed char b=-100;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100+100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8" y="3150824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7" y="4054207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626294" y="41836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+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233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SF==OF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크다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8057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1D61C3-68F2-26F3-A9DC-A123062A8C65}"/>
              </a:ext>
            </a:extLst>
          </p:cNvPr>
          <p:cNvSpPr txBox="1"/>
          <p:nvPr/>
        </p:nvSpPr>
        <p:spPr>
          <a:xfrm>
            <a:off x="8916926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CF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3ABCB-647A-2668-73F2-D830D516AEAB}"/>
              </a:ext>
            </a:extLst>
          </p:cNvPr>
          <p:cNvSpPr txBox="1"/>
          <p:nvPr/>
        </p:nvSpPr>
        <p:spPr>
          <a:xfrm>
            <a:off x="9530197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OF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7953-AC50-3364-34BD-988B66B631D1}"/>
              </a:ext>
            </a:extLst>
          </p:cNvPr>
          <p:cNvSpPr txBox="1"/>
          <p:nvPr/>
        </p:nvSpPr>
        <p:spPr>
          <a:xfrm>
            <a:off x="10160603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B92DF-493B-81EB-C3B7-B17EC50DC693}"/>
              </a:ext>
            </a:extLst>
          </p:cNvPr>
          <p:cNvSpPr txBox="1"/>
          <p:nvPr/>
        </p:nvSpPr>
        <p:spPr>
          <a:xfrm>
            <a:off x="10791009" y="-660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ZF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435CA-74A6-23DD-DB7F-E46EFD5A6181}"/>
              </a:ext>
            </a:extLst>
          </p:cNvPr>
          <p:cNvSpPr txBox="1"/>
          <p:nvPr/>
        </p:nvSpPr>
        <p:spPr>
          <a:xfrm>
            <a:off x="513708" y="248563"/>
            <a:ext cx="990367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signed char a=-100; 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signed char b=100;</a:t>
            </a:r>
          </a:p>
          <a:p>
            <a:pPr algn="l"/>
            <a:endParaRPr lang="en-US" altLang="ko-KR" sz="3200">
              <a:latin typeface="Consolas" panose="020B0609020204030204" pitchFamily="49" charset="0"/>
            </a:endParaRP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if a &lt; b : // cmp a,b =&gt; a-b =&gt; -100+(-100)</a:t>
            </a:r>
          </a:p>
          <a:p>
            <a:pPr algn="l"/>
            <a:r>
              <a:rPr lang="en-US" altLang="ko-KR" sz="3200">
                <a:latin typeface="Consolas" panose="020B0609020204030204" pitchFamily="49" charset="0"/>
              </a:rPr>
              <a:t>    ...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593C8-39AF-1E54-5ED5-09DB1D344F1C}"/>
              </a:ext>
            </a:extLst>
          </p:cNvPr>
          <p:cNvSpPr/>
          <p:nvPr/>
        </p:nvSpPr>
        <p:spPr>
          <a:xfrm>
            <a:off x="3286698" y="3150824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FC97-EAEE-FC4F-8908-64ABA3E731C5}"/>
              </a:ext>
            </a:extLst>
          </p:cNvPr>
          <p:cNvSpPr/>
          <p:nvPr/>
        </p:nvSpPr>
        <p:spPr>
          <a:xfrm>
            <a:off x="3899969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E6ABA6-DF52-15BA-5E19-A8CB1639CEEA}"/>
              </a:ext>
            </a:extLst>
          </p:cNvPr>
          <p:cNvSpPr/>
          <p:nvPr/>
        </p:nvSpPr>
        <p:spPr>
          <a:xfrm>
            <a:off x="4513240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9BE1F0-A3F9-9228-5B45-F003E5335CCE}"/>
              </a:ext>
            </a:extLst>
          </p:cNvPr>
          <p:cNvSpPr/>
          <p:nvPr/>
        </p:nvSpPr>
        <p:spPr>
          <a:xfrm>
            <a:off x="5126511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85CECF-B890-88FE-3AAE-6109DF26FB27}"/>
              </a:ext>
            </a:extLst>
          </p:cNvPr>
          <p:cNvSpPr/>
          <p:nvPr/>
        </p:nvSpPr>
        <p:spPr>
          <a:xfrm>
            <a:off x="5739782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C3479F-4E08-601A-3FBE-B7F527ACAD24}"/>
              </a:ext>
            </a:extLst>
          </p:cNvPr>
          <p:cNvSpPr/>
          <p:nvPr/>
        </p:nvSpPr>
        <p:spPr>
          <a:xfrm>
            <a:off x="6353053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98C25-72B1-9D03-AF00-942BA6274B71}"/>
              </a:ext>
            </a:extLst>
          </p:cNvPr>
          <p:cNvSpPr/>
          <p:nvPr/>
        </p:nvSpPr>
        <p:spPr>
          <a:xfrm>
            <a:off x="6966324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6CED0-B469-B0AF-B665-8CA52583C27B}"/>
              </a:ext>
            </a:extLst>
          </p:cNvPr>
          <p:cNvSpPr/>
          <p:nvPr/>
        </p:nvSpPr>
        <p:spPr>
          <a:xfrm>
            <a:off x="7579595" y="3150824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A1B123-B839-4054-60E5-268538668D2E}"/>
              </a:ext>
            </a:extLst>
          </p:cNvPr>
          <p:cNvSpPr/>
          <p:nvPr/>
        </p:nvSpPr>
        <p:spPr>
          <a:xfrm>
            <a:off x="3286697" y="4054207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29A2F3-CCF5-F892-066B-A2CDD3C37E56}"/>
              </a:ext>
            </a:extLst>
          </p:cNvPr>
          <p:cNvSpPr/>
          <p:nvPr/>
        </p:nvSpPr>
        <p:spPr>
          <a:xfrm>
            <a:off x="3899968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625B8-4F32-48A1-BC3F-5CB8AF2144AC}"/>
              </a:ext>
            </a:extLst>
          </p:cNvPr>
          <p:cNvSpPr/>
          <p:nvPr/>
        </p:nvSpPr>
        <p:spPr>
          <a:xfrm>
            <a:off x="4513239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6FC470-33C5-1C4F-397F-4CAA64A7E538}"/>
              </a:ext>
            </a:extLst>
          </p:cNvPr>
          <p:cNvSpPr/>
          <p:nvPr/>
        </p:nvSpPr>
        <p:spPr>
          <a:xfrm>
            <a:off x="5126510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11BA58-75B5-A0D5-AE16-D36A9C443AEC}"/>
              </a:ext>
            </a:extLst>
          </p:cNvPr>
          <p:cNvSpPr/>
          <p:nvPr/>
        </p:nvSpPr>
        <p:spPr>
          <a:xfrm>
            <a:off x="5739781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47A807-72D2-0D6C-B440-E205800242FE}"/>
              </a:ext>
            </a:extLst>
          </p:cNvPr>
          <p:cNvSpPr/>
          <p:nvPr/>
        </p:nvSpPr>
        <p:spPr>
          <a:xfrm>
            <a:off x="6353052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9A7E8-AF89-0828-0F22-777ADBF82AEA}"/>
              </a:ext>
            </a:extLst>
          </p:cNvPr>
          <p:cNvSpPr/>
          <p:nvPr/>
        </p:nvSpPr>
        <p:spPr>
          <a:xfrm>
            <a:off x="6966323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B9482B-C7E9-A074-7F28-99E4B18ACE62}"/>
              </a:ext>
            </a:extLst>
          </p:cNvPr>
          <p:cNvSpPr/>
          <p:nvPr/>
        </p:nvSpPr>
        <p:spPr>
          <a:xfrm>
            <a:off x="7579594" y="4054207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12AAE-BCB3-CBA9-1D48-A44B46048D63}"/>
              </a:ext>
            </a:extLst>
          </p:cNvPr>
          <p:cNvSpPr txBox="1"/>
          <p:nvPr/>
        </p:nvSpPr>
        <p:spPr>
          <a:xfrm>
            <a:off x="2626294" y="41836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+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975A77-F2D1-44D4-A1B2-EE382F3C2162}"/>
              </a:ext>
            </a:extLst>
          </p:cNvPr>
          <p:cNvCxnSpPr/>
          <p:nvPr/>
        </p:nvCxnSpPr>
        <p:spPr>
          <a:xfrm>
            <a:off x="1817783" y="4979624"/>
            <a:ext cx="7210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257CBC-0729-886C-3848-4A0F021D1C03}"/>
              </a:ext>
            </a:extLst>
          </p:cNvPr>
          <p:cNvSpPr/>
          <p:nvPr/>
        </p:nvSpPr>
        <p:spPr>
          <a:xfrm>
            <a:off x="3286696" y="5122843"/>
            <a:ext cx="613272" cy="7601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42EF0C-C226-0158-16A8-FC31A7863C19}"/>
              </a:ext>
            </a:extLst>
          </p:cNvPr>
          <p:cNvSpPr/>
          <p:nvPr/>
        </p:nvSpPr>
        <p:spPr>
          <a:xfrm>
            <a:off x="3899967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1B04-A25D-80C6-F857-A0343DC6AC80}"/>
              </a:ext>
            </a:extLst>
          </p:cNvPr>
          <p:cNvSpPr/>
          <p:nvPr/>
        </p:nvSpPr>
        <p:spPr>
          <a:xfrm>
            <a:off x="4513238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F9974E-099C-8CBD-7CC0-F9905BF9D74B}"/>
              </a:ext>
            </a:extLst>
          </p:cNvPr>
          <p:cNvSpPr/>
          <p:nvPr/>
        </p:nvSpPr>
        <p:spPr>
          <a:xfrm>
            <a:off x="5126509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A43765-ADFA-ACE4-558D-73F25F2B5781}"/>
              </a:ext>
            </a:extLst>
          </p:cNvPr>
          <p:cNvSpPr/>
          <p:nvPr/>
        </p:nvSpPr>
        <p:spPr>
          <a:xfrm>
            <a:off x="5739780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97D8D3-E59F-43C7-6EAB-C5A549D3CDA3}"/>
              </a:ext>
            </a:extLst>
          </p:cNvPr>
          <p:cNvSpPr/>
          <p:nvPr/>
        </p:nvSpPr>
        <p:spPr>
          <a:xfrm>
            <a:off x="6353051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ED00015-D9EC-CE0E-5936-C75DD66ADA63}"/>
              </a:ext>
            </a:extLst>
          </p:cNvPr>
          <p:cNvSpPr/>
          <p:nvPr/>
        </p:nvSpPr>
        <p:spPr>
          <a:xfrm>
            <a:off x="6966322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95940F-BBDB-2A0D-B134-1A4423248F4F}"/>
              </a:ext>
            </a:extLst>
          </p:cNvPr>
          <p:cNvSpPr/>
          <p:nvPr/>
        </p:nvSpPr>
        <p:spPr>
          <a:xfrm>
            <a:off x="7579593" y="5122843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5B9D4-FFDD-E6F4-9D08-47BD819E9479}"/>
              </a:ext>
            </a:extLst>
          </p:cNvPr>
          <p:cNvSpPr txBox="1"/>
          <p:nvPr/>
        </p:nvSpPr>
        <p:spPr>
          <a:xfrm>
            <a:off x="9273744" y="2905780"/>
            <a:ext cx="3233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SF!=OF </a:t>
            </a:r>
            <a:r>
              <a:rPr lang="ko-KR" altLang="en-US" sz="2800">
                <a:latin typeface="Consolas" panose="020B0609020204030204" pitchFamily="49" charset="0"/>
              </a:rPr>
              <a:t>이면 </a:t>
            </a:r>
            <a:r>
              <a:rPr lang="en-US" altLang="ko-KR" sz="2800">
                <a:latin typeface="Consolas" panose="020B0609020204030204" pitchFamily="49" charset="0"/>
              </a:rPr>
              <a:t>a</a:t>
            </a:r>
            <a:r>
              <a:rPr lang="ko-KR" altLang="en-US" sz="2800">
                <a:latin typeface="Consolas" panose="020B0609020204030204" pitchFamily="49" charset="0"/>
              </a:rPr>
              <a:t>가 </a:t>
            </a:r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b</a:t>
            </a:r>
            <a:r>
              <a:rPr lang="ko-KR" altLang="en-US" sz="2800">
                <a:latin typeface="Consolas" panose="020B0609020204030204" pitchFamily="49" charset="0"/>
              </a:rPr>
              <a:t>보다 작다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B6863-CC7A-A9A0-3B78-2E7160C0A9DE}"/>
              </a:ext>
            </a:extLst>
          </p:cNvPr>
          <p:cNvSpPr/>
          <p:nvPr/>
        </p:nvSpPr>
        <p:spPr>
          <a:xfrm>
            <a:off x="8899792" y="457200"/>
            <a:ext cx="613272" cy="7601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4C58E2-18FD-D0B8-0566-F69A5781B705}"/>
              </a:ext>
            </a:extLst>
          </p:cNvPr>
          <p:cNvSpPr/>
          <p:nvPr/>
        </p:nvSpPr>
        <p:spPr>
          <a:xfrm>
            <a:off x="9513064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2E057-A5EC-BADE-2E87-261524701E66}"/>
              </a:ext>
            </a:extLst>
          </p:cNvPr>
          <p:cNvSpPr/>
          <p:nvPr/>
        </p:nvSpPr>
        <p:spPr>
          <a:xfrm>
            <a:off x="10126336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89DF97-EC7B-A3D9-2BEF-45A78ECC1918}"/>
              </a:ext>
            </a:extLst>
          </p:cNvPr>
          <p:cNvSpPr/>
          <p:nvPr/>
        </p:nvSpPr>
        <p:spPr>
          <a:xfrm>
            <a:off x="10739608" y="457200"/>
            <a:ext cx="613272" cy="760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3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687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4004699" y="77791"/>
            <a:ext cx="9918100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1151:  lea    0xeac(%rip),%rax        # 2004 &lt;_IO_stdin_used+0x4&gt;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1158:  mov    %rax,%rdi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115b:  call   1050 &lt;puts@plt&gt;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1161: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1162:  ret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116b:  mov    $0x0,%eax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1170:  call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1175:  mov    $0x0,%eax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117a: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131849" y="3936380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464376" y="35362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4047894" y="5252225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442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4004699" y="77791"/>
            <a:ext cx="9918100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1151:  lea    0xeac(%rip),%rax        # 2004 &lt;_IO_stdin_used+0x4&gt;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1158:  mov    %rax,%rdi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115b:  call   1050 &lt;puts@plt&gt;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1161: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1162: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116b:  mov    $0x0,%eax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1170:  jmp 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1175:  mov    $0x0,%eax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117a: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131849" y="3936380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464376" y="35362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4004699" y="5280103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142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4004699" y="77791"/>
            <a:ext cx="9918100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1151:  lea    0xeac(%rip),%rax        # 2004 &lt;_IO_stdin_used+0x4&gt;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1158:  mov    %rax,%rdi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115b:  call   1050 &lt;puts@plt&gt;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1161: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1162:  jmp    1175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116b:  mov    $0x0,%eax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1170:  jmp 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1175:  jmp 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117a: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131849" y="3936380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464376" y="35362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3385806" y="5581185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273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4004699" y="77791"/>
            <a:ext cx="4980851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1151:  lea    0xeac(%rip),%rax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1158:  mov    %rax,%rdi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115b:  call   1050 &lt;puts@plt&gt;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1161:  pop 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1162:  jmp    %eax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116b:  mov    1175,%eax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1170:  jmp 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1175:  mov    117b,%eax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117a:  jmp    1149 &lt;foo&gt;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131849" y="3936380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464376" y="353627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4043728" y="5291253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F352A3-2040-209B-A76B-CB615D9BCF39}"/>
              </a:ext>
            </a:extLst>
          </p:cNvPr>
          <p:cNvSpPr/>
          <p:nvPr/>
        </p:nvSpPr>
        <p:spPr>
          <a:xfrm>
            <a:off x="1131849" y="2888045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68FD-9992-1070-2AF0-4E8BED7CBA6A}"/>
              </a:ext>
            </a:extLst>
          </p:cNvPr>
          <p:cNvSpPr txBox="1"/>
          <p:nvPr/>
        </p:nvSpPr>
        <p:spPr>
          <a:xfrm>
            <a:off x="1464376" y="248793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797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6516098" y="-1624315"/>
            <a:ext cx="3999813" cy="8710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onsolas" panose="020B0609020204030204" pitchFamily="49" charset="0"/>
              </a:rPr>
              <a:t>0000000000001049 &lt;bar&gt;: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1049: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104d: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104e: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1051:  lea    0xeac(%rip),%rax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1058:  mov    %rax,%rdi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105b:  call   1050 &lt;puts@plt&gt;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1060:  nop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1061:  pop    %eax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1062:  jmp    %eax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1151:  lea    0xeac(%rip),%rax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1158:  push   1160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115b:  jmp    bar 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1161:  pop    %eax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1162:  jmp    %eax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116b:  push   1175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1170:  jmp 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1175:  push   117b 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117a:  jmp 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16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054731" y="5500775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387258" y="510066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2718812" y="3917006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68FD-9992-1070-2AF0-4E8BED7CBA6A}"/>
              </a:ext>
            </a:extLst>
          </p:cNvPr>
          <p:cNvSpPr txBox="1"/>
          <p:nvPr/>
        </p:nvSpPr>
        <p:spPr>
          <a:xfrm>
            <a:off x="2070706" y="389046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rsp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F027-3CEF-F4DF-31B6-0A032FCEF297}"/>
              </a:ext>
            </a:extLst>
          </p:cNvPr>
          <p:cNvSpPr txBox="1"/>
          <p:nvPr/>
        </p:nvSpPr>
        <p:spPr>
          <a:xfrm>
            <a:off x="606945" y="683046"/>
            <a:ext cx="159530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def bar():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pass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def foo():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bar()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foo()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F3997-D107-EF45-92BF-831C52DC1FF0}"/>
              </a:ext>
            </a:extLst>
          </p:cNvPr>
          <p:cNvSpPr/>
          <p:nvPr/>
        </p:nvSpPr>
        <p:spPr>
          <a:xfrm>
            <a:off x="3316077" y="12504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87CE-95FD-A2C5-7BEA-0761839ABF79}"/>
              </a:ext>
            </a:extLst>
          </p:cNvPr>
          <p:cNvSpPr/>
          <p:nvPr/>
        </p:nvSpPr>
        <p:spPr>
          <a:xfrm>
            <a:off x="3316076" y="16580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D5661C-95E6-5A77-8D77-6772F65F16E1}"/>
              </a:ext>
            </a:extLst>
          </p:cNvPr>
          <p:cNvSpPr/>
          <p:nvPr/>
        </p:nvSpPr>
        <p:spPr>
          <a:xfrm>
            <a:off x="3316075" y="20656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B7C45-B6D1-58E5-2BA1-493C78A97EA6}"/>
              </a:ext>
            </a:extLst>
          </p:cNvPr>
          <p:cNvSpPr/>
          <p:nvPr/>
        </p:nvSpPr>
        <p:spPr>
          <a:xfrm>
            <a:off x="3316074" y="24732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0048B1-EF77-9F1D-8450-1C2DE4ED00DF}"/>
              </a:ext>
            </a:extLst>
          </p:cNvPr>
          <p:cNvSpPr/>
          <p:nvPr/>
        </p:nvSpPr>
        <p:spPr>
          <a:xfrm>
            <a:off x="3316073" y="28809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9449E8-CED3-6399-2A85-20581C629453}"/>
              </a:ext>
            </a:extLst>
          </p:cNvPr>
          <p:cNvSpPr/>
          <p:nvPr/>
        </p:nvSpPr>
        <p:spPr>
          <a:xfrm>
            <a:off x="3316072" y="32885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347EF-EC97-E3F6-3F1A-EA4A65623DC8}"/>
              </a:ext>
            </a:extLst>
          </p:cNvPr>
          <p:cNvSpPr/>
          <p:nvPr/>
        </p:nvSpPr>
        <p:spPr>
          <a:xfrm>
            <a:off x="3316071" y="36961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1160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92571B-86EB-B439-9709-53BB4E1D9BC4}"/>
              </a:ext>
            </a:extLst>
          </p:cNvPr>
          <p:cNvSpPr/>
          <p:nvPr/>
        </p:nvSpPr>
        <p:spPr>
          <a:xfrm>
            <a:off x="3316070" y="41037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6683F1F3-C2CC-5040-EA25-D2D4BE682C5E}"/>
              </a:ext>
            </a:extLst>
          </p:cNvPr>
          <p:cNvSpPr/>
          <p:nvPr/>
        </p:nvSpPr>
        <p:spPr>
          <a:xfrm>
            <a:off x="6242893" y="5747714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25DCD9-2ACA-E55E-51A7-8455021DEC05}"/>
              </a:ext>
            </a:extLst>
          </p:cNvPr>
          <p:cNvSpPr/>
          <p:nvPr/>
        </p:nvSpPr>
        <p:spPr>
          <a:xfrm>
            <a:off x="1054731" y="4524432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96372-5458-4AC3-9AEF-0DDA7AAD773E}"/>
              </a:ext>
            </a:extLst>
          </p:cNvPr>
          <p:cNvSpPr txBox="1"/>
          <p:nvPr/>
        </p:nvSpPr>
        <p:spPr>
          <a:xfrm>
            <a:off x="1387258" y="412432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69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6516098" y="-1624315"/>
            <a:ext cx="3999813" cy="8463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onsolas" panose="020B0609020204030204" pitchFamily="49" charset="0"/>
              </a:rPr>
              <a:t>0000000000001049 &lt;bar&gt;: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1049: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104d: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104e: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1051:  lea    0xeac(%rip),%rax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1058:  mov    %rax,%rdi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105b:  call   1050 &lt;puts@plt&gt;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1060:  nop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1061: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1062:  ret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114e: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1151:  lea    0xeac(%rip),%rax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1158: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115b:  call   bar 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1161: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1162:  ret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116b: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1170:  call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1175: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117a:  call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16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054731" y="5500775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387258" y="510066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2706441" y="4324631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68FD-9992-1070-2AF0-4E8BED7CBA6A}"/>
              </a:ext>
            </a:extLst>
          </p:cNvPr>
          <p:cNvSpPr txBox="1"/>
          <p:nvPr/>
        </p:nvSpPr>
        <p:spPr>
          <a:xfrm>
            <a:off x="2058335" y="4298086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rsp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F027-3CEF-F4DF-31B6-0A032FCEF297}"/>
              </a:ext>
            </a:extLst>
          </p:cNvPr>
          <p:cNvSpPr txBox="1"/>
          <p:nvPr/>
        </p:nvSpPr>
        <p:spPr>
          <a:xfrm>
            <a:off x="606945" y="683046"/>
            <a:ext cx="159530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def bar():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pass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def foo():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bar()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foo()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F3997-D107-EF45-92BF-831C52DC1FF0}"/>
              </a:ext>
            </a:extLst>
          </p:cNvPr>
          <p:cNvSpPr/>
          <p:nvPr/>
        </p:nvSpPr>
        <p:spPr>
          <a:xfrm>
            <a:off x="3316077" y="12504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87CE-95FD-A2C5-7BEA-0761839ABF79}"/>
              </a:ext>
            </a:extLst>
          </p:cNvPr>
          <p:cNvSpPr/>
          <p:nvPr/>
        </p:nvSpPr>
        <p:spPr>
          <a:xfrm>
            <a:off x="3316076" y="16580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D5661C-95E6-5A77-8D77-6772F65F16E1}"/>
              </a:ext>
            </a:extLst>
          </p:cNvPr>
          <p:cNvSpPr/>
          <p:nvPr/>
        </p:nvSpPr>
        <p:spPr>
          <a:xfrm>
            <a:off x="3316075" y="20656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B7C45-B6D1-58E5-2BA1-493C78A97EA6}"/>
              </a:ext>
            </a:extLst>
          </p:cNvPr>
          <p:cNvSpPr/>
          <p:nvPr/>
        </p:nvSpPr>
        <p:spPr>
          <a:xfrm>
            <a:off x="3316074" y="24732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0048B1-EF77-9F1D-8450-1C2DE4ED00DF}"/>
              </a:ext>
            </a:extLst>
          </p:cNvPr>
          <p:cNvSpPr/>
          <p:nvPr/>
        </p:nvSpPr>
        <p:spPr>
          <a:xfrm>
            <a:off x="3316073" y="28809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9449E8-CED3-6399-2A85-20581C629453}"/>
              </a:ext>
            </a:extLst>
          </p:cNvPr>
          <p:cNvSpPr/>
          <p:nvPr/>
        </p:nvSpPr>
        <p:spPr>
          <a:xfrm>
            <a:off x="3316072" y="32885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347EF-EC97-E3F6-3F1A-EA4A65623DC8}"/>
              </a:ext>
            </a:extLst>
          </p:cNvPr>
          <p:cNvSpPr/>
          <p:nvPr/>
        </p:nvSpPr>
        <p:spPr>
          <a:xfrm>
            <a:off x="3316071" y="36961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1160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92571B-86EB-B439-9709-53BB4E1D9BC4}"/>
              </a:ext>
            </a:extLst>
          </p:cNvPr>
          <p:cNvSpPr/>
          <p:nvPr/>
        </p:nvSpPr>
        <p:spPr>
          <a:xfrm>
            <a:off x="3316070" y="41037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6683F1F3-C2CC-5040-EA25-D2D4BE682C5E}"/>
              </a:ext>
            </a:extLst>
          </p:cNvPr>
          <p:cNvSpPr/>
          <p:nvPr/>
        </p:nvSpPr>
        <p:spPr>
          <a:xfrm>
            <a:off x="6441192" y="5668187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25DCD9-2ACA-E55E-51A7-8455021DEC05}"/>
              </a:ext>
            </a:extLst>
          </p:cNvPr>
          <p:cNvSpPr/>
          <p:nvPr/>
        </p:nvSpPr>
        <p:spPr>
          <a:xfrm>
            <a:off x="1054731" y="4524432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96372-5458-4AC3-9AEF-0DDA7AAD773E}"/>
              </a:ext>
            </a:extLst>
          </p:cNvPr>
          <p:cNvSpPr txBox="1"/>
          <p:nvPr/>
        </p:nvSpPr>
        <p:spPr>
          <a:xfrm>
            <a:off x="1387258" y="412432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eax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7943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6707561" y="-177254"/>
            <a:ext cx="399981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1149: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114d: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114e:  mov    %rsp+4,%rbx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1151:  lea    0xeac(%rip),%rax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1158: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115b:  call   bar 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1160:  nop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1161: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1162:  ret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116b:  push   10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1170:  call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1175: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117a:  call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16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1054731" y="5500775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1387258" y="510066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2689436" y="3509381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68FD-9992-1070-2AF0-4E8BED7CBA6A}"/>
              </a:ext>
            </a:extLst>
          </p:cNvPr>
          <p:cNvSpPr txBox="1"/>
          <p:nvPr/>
        </p:nvSpPr>
        <p:spPr>
          <a:xfrm>
            <a:off x="2041330" y="3482836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rsp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F027-3CEF-F4DF-31B6-0A032FCEF297}"/>
              </a:ext>
            </a:extLst>
          </p:cNvPr>
          <p:cNvSpPr txBox="1"/>
          <p:nvPr/>
        </p:nvSpPr>
        <p:spPr>
          <a:xfrm>
            <a:off x="606945" y="683046"/>
            <a:ext cx="21595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def foo(data):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data=20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foo(10)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F3997-D107-EF45-92BF-831C52DC1FF0}"/>
              </a:ext>
            </a:extLst>
          </p:cNvPr>
          <p:cNvSpPr/>
          <p:nvPr/>
        </p:nvSpPr>
        <p:spPr>
          <a:xfrm>
            <a:off x="3316077" y="12504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87CE-95FD-A2C5-7BEA-0761839ABF79}"/>
              </a:ext>
            </a:extLst>
          </p:cNvPr>
          <p:cNvSpPr/>
          <p:nvPr/>
        </p:nvSpPr>
        <p:spPr>
          <a:xfrm>
            <a:off x="3316076" y="16580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D5661C-95E6-5A77-8D77-6772F65F16E1}"/>
              </a:ext>
            </a:extLst>
          </p:cNvPr>
          <p:cNvSpPr/>
          <p:nvPr/>
        </p:nvSpPr>
        <p:spPr>
          <a:xfrm>
            <a:off x="3316075" y="20656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B7C45-B6D1-58E5-2BA1-493C78A97EA6}"/>
              </a:ext>
            </a:extLst>
          </p:cNvPr>
          <p:cNvSpPr/>
          <p:nvPr/>
        </p:nvSpPr>
        <p:spPr>
          <a:xfrm>
            <a:off x="3316074" y="24732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0048B1-EF77-9F1D-8450-1C2DE4ED00DF}"/>
              </a:ext>
            </a:extLst>
          </p:cNvPr>
          <p:cNvSpPr/>
          <p:nvPr/>
        </p:nvSpPr>
        <p:spPr>
          <a:xfrm>
            <a:off x="3316073" y="28809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9449E8-CED3-6399-2A85-20581C629453}"/>
              </a:ext>
            </a:extLst>
          </p:cNvPr>
          <p:cNvSpPr/>
          <p:nvPr/>
        </p:nvSpPr>
        <p:spPr>
          <a:xfrm>
            <a:off x="3316072" y="32885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347EF-EC97-E3F6-3F1A-EA4A65623DC8}"/>
              </a:ext>
            </a:extLst>
          </p:cNvPr>
          <p:cNvSpPr/>
          <p:nvPr/>
        </p:nvSpPr>
        <p:spPr>
          <a:xfrm>
            <a:off x="3316071" y="36961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92571B-86EB-B439-9709-53BB4E1D9BC4}"/>
              </a:ext>
            </a:extLst>
          </p:cNvPr>
          <p:cNvSpPr/>
          <p:nvPr/>
        </p:nvSpPr>
        <p:spPr>
          <a:xfrm>
            <a:off x="3316070" y="41037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6683F1F3-C2CC-5040-EA25-D2D4BE682C5E}"/>
              </a:ext>
            </a:extLst>
          </p:cNvPr>
          <p:cNvSpPr/>
          <p:nvPr/>
        </p:nvSpPr>
        <p:spPr>
          <a:xfrm>
            <a:off x="6434356" y="5450824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25DCD9-2ACA-E55E-51A7-8455021DEC05}"/>
              </a:ext>
            </a:extLst>
          </p:cNvPr>
          <p:cNvSpPr/>
          <p:nvPr/>
        </p:nvSpPr>
        <p:spPr>
          <a:xfrm>
            <a:off x="1054731" y="4524432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96372-5458-4AC3-9AEF-0DDA7AAD773E}"/>
              </a:ext>
            </a:extLst>
          </p:cNvPr>
          <p:cNvSpPr txBox="1"/>
          <p:nvPr/>
        </p:nvSpPr>
        <p:spPr>
          <a:xfrm>
            <a:off x="1387258" y="412432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ebx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51FFE-BA1C-20EA-E8A2-A89402B48EE2}"/>
              </a:ext>
            </a:extLst>
          </p:cNvPr>
          <p:cNvSpPr txBox="1"/>
          <p:nvPr/>
        </p:nvSpPr>
        <p:spPr>
          <a:xfrm>
            <a:off x="4803347" y="3681647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RET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0543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22AAF-D90A-74E4-BF61-8A4634F90490}"/>
              </a:ext>
            </a:extLst>
          </p:cNvPr>
          <p:cNvSpPr txBox="1"/>
          <p:nvPr/>
        </p:nvSpPr>
        <p:spPr>
          <a:xfrm>
            <a:off x="6707561" y="-177254"/>
            <a:ext cx="3663182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1149: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114d: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114e:  sub    %rsp,4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1151:  mov    (%rbp+8),%ecx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1158:  mov    (%rbp-4),%edx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115b:  call   bar   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1160:  mov    %rbp,%rsp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1161:  pop 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1162:  ret</a:t>
            </a:r>
          </a:p>
          <a:p>
            <a:endParaRPr lang="en-US" altLang="ko-KR" sz="1600">
              <a:latin typeface="Consolas" panose="020B0609020204030204" pitchFamily="49" charset="0"/>
            </a:endParaRPr>
          </a:p>
          <a:p>
            <a:r>
              <a:rPr lang="en-US" altLang="ko-KR" sz="1600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1163:  endbr64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1167:  push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1168:  mov    %rsp,%rbp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116b:  push   10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1170:  call   1149 &lt;foo&gt;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       add    %rsp, 4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1175:  mov    %rbp,%rsp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117a:  pop    %rbp</a:t>
            </a:r>
          </a:p>
          <a:p>
            <a:r>
              <a:rPr lang="en-US" altLang="ko-KR" sz="1600">
                <a:latin typeface="Consolas" panose="020B0609020204030204" pitchFamily="49" charset="0"/>
              </a:rPr>
              <a:t>    117b:  ret</a:t>
            </a:r>
          </a:p>
          <a:p>
            <a:pPr algn="l"/>
            <a:endParaRPr lang="ko-KR" altLang="en-US" sz="16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E0952-0634-71A1-7E1D-43F677AC761A}"/>
              </a:ext>
            </a:extLst>
          </p:cNvPr>
          <p:cNvSpPr/>
          <p:nvPr/>
        </p:nvSpPr>
        <p:spPr>
          <a:xfrm>
            <a:off x="352777" y="5678724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1149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85758-7F71-DD0F-4A25-23EC3F2DB78E}"/>
              </a:ext>
            </a:extLst>
          </p:cNvPr>
          <p:cNvSpPr txBox="1"/>
          <p:nvPr/>
        </p:nvSpPr>
        <p:spPr>
          <a:xfrm>
            <a:off x="685304" y="5278614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D9CB684-0376-1198-40BA-792437857433}"/>
              </a:ext>
            </a:extLst>
          </p:cNvPr>
          <p:cNvSpPr/>
          <p:nvPr/>
        </p:nvSpPr>
        <p:spPr>
          <a:xfrm>
            <a:off x="2769660" y="3122039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68FD-9992-1070-2AF0-4E8BED7CBA6A}"/>
              </a:ext>
            </a:extLst>
          </p:cNvPr>
          <p:cNvSpPr txBox="1"/>
          <p:nvPr/>
        </p:nvSpPr>
        <p:spPr>
          <a:xfrm>
            <a:off x="2144022" y="3051927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rsp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F027-3CEF-F4DF-31B6-0A032FCEF297}"/>
              </a:ext>
            </a:extLst>
          </p:cNvPr>
          <p:cNvSpPr txBox="1"/>
          <p:nvPr/>
        </p:nvSpPr>
        <p:spPr>
          <a:xfrm>
            <a:off x="294215" y="103727"/>
            <a:ext cx="215956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def foo(data):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sum = 0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data=20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foo(10)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F3997-D107-EF45-92BF-831C52DC1FF0}"/>
              </a:ext>
            </a:extLst>
          </p:cNvPr>
          <p:cNvSpPr/>
          <p:nvPr/>
        </p:nvSpPr>
        <p:spPr>
          <a:xfrm>
            <a:off x="3316077" y="12504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87CE-95FD-A2C5-7BEA-0761839ABF79}"/>
              </a:ext>
            </a:extLst>
          </p:cNvPr>
          <p:cNvSpPr/>
          <p:nvPr/>
        </p:nvSpPr>
        <p:spPr>
          <a:xfrm>
            <a:off x="3316076" y="16580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D5661C-95E6-5A77-8D77-6772F65F16E1}"/>
              </a:ext>
            </a:extLst>
          </p:cNvPr>
          <p:cNvSpPr/>
          <p:nvPr/>
        </p:nvSpPr>
        <p:spPr>
          <a:xfrm>
            <a:off x="3316075" y="20656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B7C45-B6D1-58E5-2BA1-493C78A97EA6}"/>
              </a:ext>
            </a:extLst>
          </p:cNvPr>
          <p:cNvSpPr/>
          <p:nvPr/>
        </p:nvSpPr>
        <p:spPr>
          <a:xfrm>
            <a:off x="3316074" y="24732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0048B1-EF77-9F1D-8450-1C2DE4ED00DF}"/>
              </a:ext>
            </a:extLst>
          </p:cNvPr>
          <p:cNvSpPr/>
          <p:nvPr/>
        </p:nvSpPr>
        <p:spPr>
          <a:xfrm>
            <a:off x="3316073" y="288091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9449E8-CED3-6399-2A85-20581C629453}"/>
              </a:ext>
            </a:extLst>
          </p:cNvPr>
          <p:cNvSpPr/>
          <p:nvPr/>
        </p:nvSpPr>
        <p:spPr>
          <a:xfrm>
            <a:off x="3316072" y="328853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8347EF-EC97-E3F6-3F1A-EA4A65623DC8}"/>
              </a:ext>
            </a:extLst>
          </p:cNvPr>
          <p:cNvSpPr/>
          <p:nvPr/>
        </p:nvSpPr>
        <p:spPr>
          <a:xfrm>
            <a:off x="3316071" y="3696164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EBP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92571B-86EB-B439-9709-53BB4E1D9BC4}"/>
              </a:ext>
            </a:extLst>
          </p:cNvPr>
          <p:cNvSpPr/>
          <p:nvPr/>
        </p:nvSpPr>
        <p:spPr>
          <a:xfrm>
            <a:off x="3316070" y="4103789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1175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6683F1F3-C2CC-5040-EA25-D2D4BE682C5E}"/>
              </a:ext>
            </a:extLst>
          </p:cNvPr>
          <p:cNvSpPr/>
          <p:nvPr/>
        </p:nvSpPr>
        <p:spPr>
          <a:xfrm>
            <a:off x="6575420" y="4702381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25DCD9-2ACA-E55E-51A7-8455021DEC05}"/>
              </a:ext>
            </a:extLst>
          </p:cNvPr>
          <p:cNvSpPr/>
          <p:nvPr/>
        </p:nvSpPr>
        <p:spPr>
          <a:xfrm>
            <a:off x="352777" y="4702381"/>
            <a:ext cx="1131849" cy="4962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96372-5458-4AC3-9AEF-0DDA7AAD773E}"/>
              </a:ext>
            </a:extLst>
          </p:cNvPr>
          <p:cNvSpPr txBox="1"/>
          <p:nvPr/>
        </p:nvSpPr>
        <p:spPr>
          <a:xfrm>
            <a:off x="685304" y="430227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ebx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51FFE-BA1C-20EA-E8A2-A89402B48EE2}"/>
              </a:ext>
            </a:extLst>
          </p:cNvPr>
          <p:cNvSpPr txBox="1"/>
          <p:nvPr/>
        </p:nvSpPr>
        <p:spPr>
          <a:xfrm>
            <a:off x="4834071" y="4117806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RET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513658-F5AF-395E-B6A8-5E0D41360184}"/>
              </a:ext>
            </a:extLst>
          </p:cNvPr>
          <p:cNvSpPr txBox="1"/>
          <p:nvPr/>
        </p:nvSpPr>
        <p:spPr>
          <a:xfrm>
            <a:off x="4803346" y="456548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792D85-585E-697F-2C68-D67E36D72C0C}"/>
              </a:ext>
            </a:extLst>
          </p:cNvPr>
          <p:cNvSpPr txBox="1"/>
          <p:nvPr/>
        </p:nvSpPr>
        <p:spPr>
          <a:xfrm>
            <a:off x="4803346" y="3303056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sum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6AE2B48-8059-A0EA-65C5-92599ADA3570}"/>
              </a:ext>
            </a:extLst>
          </p:cNvPr>
          <p:cNvSpPr/>
          <p:nvPr/>
        </p:nvSpPr>
        <p:spPr>
          <a:xfrm>
            <a:off x="2769660" y="3516383"/>
            <a:ext cx="546410" cy="373565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06C673-4D05-4FC7-2E7D-48DAD18CAB81}"/>
              </a:ext>
            </a:extLst>
          </p:cNvPr>
          <p:cNvSpPr txBox="1"/>
          <p:nvPr/>
        </p:nvSpPr>
        <p:spPr>
          <a:xfrm>
            <a:off x="2121554" y="3489838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rbp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B8F986-9C7E-81E8-BEB1-15A93ACB78AA}"/>
              </a:ext>
            </a:extLst>
          </p:cNvPr>
          <p:cNvSpPr/>
          <p:nvPr/>
        </p:nvSpPr>
        <p:spPr>
          <a:xfrm>
            <a:off x="3316070" y="4504412"/>
            <a:ext cx="1487277" cy="4076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40D4BE-5D27-7D35-D505-E6531FFAF73F}"/>
              </a:ext>
            </a:extLst>
          </p:cNvPr>
          <p:cNvSpPr txBox="1"/>
          <p:nvPr/>
        </p:nvSpPr>
        <p:spPr>
          <a:xfrm>
            <a:off x="3558440" y="65024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STACK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006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2FD5F7-BD90-0B27-34B8-23E4023222ED}"/>
              </a:ext>
            </a:extLst>
          </p:cNvPr>
          <p:cNvSpPr/>
          <p:nvPr/>
        </p:nvSpPr>
        <p:spPr>
          <a:xfrm>
            <a:off x="1680072" y="457199"/>
            <a:ext cx="1961002" cy="37898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F650CB-BCD4-B57C-2380-08A6D41E6078}"/>
              </a:ext>
            </a:extLst>
          </p:cNvPr>
          <p:cNvSpPr/>
          <p:nvPr/>
        </p:nvSpPr>
        <p:spPr>
          <a:xfrm>
            <a:off x="1680072" y="4247002"/>
            <a:ext cx="1961002" cy="205280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B2681-4757-CD40-5DA4-AC31B97532C4}"/>
              </a:ext>
            </a:extLst>
          </p:cNvPr>
          <p:cNvSpPr txBox="1"/>
          <p:nvPr/>
        </p:nvSpPr>
        <p:spPr>
          <a:xfrm>
            <a:off x="501268" y="122838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user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E581A-D48F-243D-A4ED-142CA5040238}"/>
              </a:ext>
            </a:extLst>
          </p:cNvPr>
          <p:cNvSpPr txBox="1"/>
          <p:nvPr/>
        </p:nvSpPr>
        <p:spPr>
          <a:xfrm>
            <a:off x="501268" y="4682169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kernel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87BA5-25A3-BF58-F999-E39CDE5E8A56}"/>
              </a:ext>
            </a:extLst>
          </p:cNvPr>
          <p:cNvSpPr txBox="1"/>
          <p:nvPr/>
        </p:nvSpPr>
        <p:spPr>
          <a:xfrm>
            <a:off x="84763" y="4046947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0xc0000000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CC28C-FEB0-B3F7-1C71-3F6D004D13FD}"/>
              </a:ext>
            </a:extLst>
          </p:cNvPr>
          <p:cNvSpPr txBox="1"/>
          <p:nvPr/>
        </p:nvSpPr>
        <p:spPr>
          <a:xfrm>
            <a:off x="219138" y="25714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0x00000000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21E32-232E-9518-285B-3140F5936A86}"/>
              </a:ext>
            </a:extLst>
          </p:cNvPr>
          <p:cNvSpPr txBox="1"/>
          <p:nvPr/>
        </p:nvSpPr>
        <p:spPr>
          <a:xfrm>
            <a:off x="148606" y="613481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0xffffffff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50E08-96D0-7D7F-E9E1-8313B6034CDB}"/>
              </a:ext>
            </a:extLst>
          </p:cNvPr>
          <p:cNvSpPr txBox="1"/>
          <p:nvPr/>
        </p:nvSpPr>
        <p:spPr>
          <a:xfrm>
            <a:off x="6955619" y="555358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0x00000000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8FCB3-A76F-68EE-A665-667A19610DE1}"/>
              </a:ext>
            </a:extLst>
          </p:cNvPr>
          <p:cNvSpPr txBox="1"/>
          <p:nvPr/>
        </p:nvSpPr>
        <p:spPr>
          <a:xfrm>
            <a:off x="6955619" y="114100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0xffffffff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21320-5B18-0602-16BC-D64EE81AE0B5}"/>
              </a:ext>
            </a:extLst>
          </p:cNvPr>
          <p:cNvSpPr txBox="1"/>
          <p:nvPr/>
        </p:nvSpPr>
        <p:spPr>
          <a:xfrm>
            <a:off x="9110187" y="417394"/>
            <a:ext cx="13131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0000  0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0100  4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1000  8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1100  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F7E7E-C359-A792-A650-42675890B747}"/>
              </a:ext>
            </a:extLst>
          </p:cNvPr>
          <p:cNvSpPr txBox="1"/>
          <p:nvPr/>
        </p:nvSpPr>
        <p:spPr>
          <a:xfrm>
            <a:off x="219138" y="1551881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0x40000000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05B19-5988-0F92-0275-238E0BDD5D3D}"/>
              </a:ext>
            </a:extLst>
          </p:cNvPr>
          <p:cNvSpPr txBox="1"/>
          <p:nvPr/>
        </p:nvSpPr>
        <p:spPr>
          <a:xfrm>
            <a:off x="183709" y="2677522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0x80000000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81188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2FD5F7-BD90-0B27-34B8-23E4023222ED}"/>
              </a:ext>
            </a:extLst>
          </p:cNvPr>
          <p:cNvSpPr/>
          <p:nvPr/>
        </p:nvSpPr>
        <p:spPr>
          <a:xfrm>
            <a:off x="1905918" y="417394"/>
            <a:ext cx="1961002" cy="59380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87BA5-25A3-BF58-F999-E39CDE5E8A56}"/>
              </a:ext>
            </a:extLst>
          </p:cNvPr>
          <p:cNvSpPr txBox="1"/>
          <p:nvPr/>
        </p:nvSpPr>
        <p:spPr>
          <a:xfrm>
            <a:off x="84763" y="4046947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0xc0000000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CC28C-FEB0-B3F7-1C71-3F6D004D13FD}"/>
              </a:ext>
            </a:extLst>
          </p:cNvPr>
          <p:cNvSpPr txBox="1"/>
          <p:nvPr/>
        </p:nvSpPr>
        <p:spPr>
          <a:xfrm>
            <a:off x="219138" y="25714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0x00000000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21E32-232E-9518-285B-3140F5936A86}"/>
              </a:ext>
            </a:extLst>
          </p:cNvPr>
          <p:cNvSpPr txBox="1"/>
          <p:nvPr/>
        </p:nvSpPr>
        <p:spPr>
          <a:xfrm>
            <a:off x="148606" y="613481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0xffffffff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50E08-96D0-7D7F-E9E1-8313B6034CDB}"/>
              </a:ext>
            </a:extLst>
          </p:cNvPr>
          <p:cNvSpPr txBox="1"/>
          <p:nvPr/>
        </p:nvSpPr>
        <p:spPr>
          <a:xfrm>
            <a:off x="6955619" y="555358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0x00000000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8FCB3-A76F-68EE-A665-667A19610DE1}"/>
              </a:ext>
            </a:extLst>
          </p:cNvPr>
          <p:cNvSpPr txBox="1"/>
          <p:nvPr/>
        </p:nvSpPr>
        <p:spPr>
          <a:xfrm>
            <a:off x="6955619" y="114100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0xffffffff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21320-5B18-0602-16BC-D64EE81AE0B5}"/>
              </a:ext>
            </a:extLst>
          </p:cNvPr>
          <p:cNvSpPr txBox="1"/>
          <p:nvPr/>
        </p:nvSpPr>
        <p:spPr>
          <a:xfrm>
            <a:off x="9110187" y="417394"/>
            <a:ext cx="13131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0000  0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0100  4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1000  8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1100  c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F7E7E-C359-A792-A650-42675890B747}"/>
              </a:ext>
            </a:extLst>
          </p:cNvPr>
          <p:cNvSpPr txBox="1"/>
          <p:nvPr/>
        </p:nvSpPr>
        <p:spPr>
          <a:xfrm>
            <a:off x="229606" y="1267278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0x565901ad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A47117-F53C-706D-983A-352CDA9FB4EA}"/>
              </a:ext>
            </a:extLst>
          </p:cNvPr>
          <p:cNvSpPr/>
          <p:nvPr/>
        </p:nvSpPr>
        <p:spPr>
          <a:xfrm>
            <a:off x="1905918" y="5894024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6F479-8FAB-7AA3-5961-4450CD51DEB4}"/>
              </a:ext>
            </a:extLst>
          </p:cNvPr>
          <p:cNvSpPr txBox="1"/>
          <p:nvPr/>
        </p:nvSpPr>
        <p:spPr>
          <a:xfrm>
            <a:off x="4054207" y="590504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local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5169F-0052-0262-C05E-822ACE10744A}"/>
              </a:ext>
            </a:extLst>
          </p:cNvPr>
          <p:cNvSpPr txBox="1"/>
          <p:nvPr/>
        </p:nvSpPr>
        <p:spPr>
          <a:xfrm>
            <a:off x="159297" y="5693969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0xfff983c8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7483D1-86A7-0B17-132F-8C3103DCB941}"/>
              </a:ext>
            </a:extLst>
          </p:cNvPr>
          <p:cNvSpPr txBox="1"/>
          <p:nvPr/>
        </p:nvSpPr>
        <p:spPr>
          <a:xfrm>
            <a:off x="229607" y="182847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0x565d1008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97D661-A17C-1250-AA96-053455D5A992}"/>
              </a:ext>
            </a:extLst>
          </p:cNvPr>
          <p:cNvSpPr/>
          <p:nvPr/>
        </p:nvSpPr>
        <p:spPr>
          <a:xfrm>
            <a:off x="1905918" y="1938599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F7ABD-ACAC-56C3-B46D-1D41A2FDDCE0}"/>
              </a:ext>
            </a:extLst>
          </p:cNvPr>
          <p:cNvSpPr txBox="1"/>
          <p:nvPr/>
        </p:nvSpPr>
        <p:spPr>
          <a:xfrm>
            <a:off x="3958391" y="198266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global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B2793-7DF6-8833-2524-D7E571AACB7A}"/>
              </a:ext>
            </a:extLst>
          </p:cNvPr>
          <p:cNvSpPr txBox="1"/>
          <p:nvPr/>
        </p:nvSpPr>
        <p:spPr>
          <a:xfrm>
            <a:off x="5644517" y="1929957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510FC21-741F-2F57-EC8E-914A152B78C9}"/>
              </a:ext>
            </a:extLst>
          </p:cNvPr>
          <p:cNvSpPr/>
          <p:nvPr/>
        </p:nvSpPr>
        <p:spPr>
          <a:xfrm>
            <a:off x="1905918" y="1490528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7D187-0299-3E51-0A47-3F12CF374FFC}"/>
              </a:ext>
            </a:extLst>
          </p:cNvPr>
          <p:cNvSpPr txBox="1"/>
          <p:nvPr/>
        </p:nvSpPr>
        <p:spPr>
          <a:xfrm>
            <a:off x="3958391" y="154077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589447-F108-C016-2390-90D55CE78B0D}"/>
              </a:ext>
            </a:extLst>
          </p:cNvPr>
          <p:cNvSpPr txBox="1"/>
          <p:nvPr/>
        </p:nvSpPr>
        <p:spPr>
          <a:xfrm>
            <a:off x="5623363" y="146733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48B640-FDC9-7F6C-67E9-BFAC2E17219F}"/>
              </a:ext>
            </a:extLst>
          </p:cNvPr>
          <p:cNvSpPr/>
          <p:nvPr/>
        </p:nvSpPr>
        <p:spPr>
          <a:xfrm>
            <a:off x="1905918" y="2433431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51B53-68E2-D3CC-D3EB-7C4946132E44}"/>
              </a:ext>
            </a:extLst>
          </p:cNvPr>
          <p:cNvSpPr txBox="1"/>
          <p:nvPr/>
        </p:nvSpPr>
        <p:spPr>
          <a:xfrm>
            <a:off x="229606" y="219691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0x580041a0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45EDAA-89EA-D688-8DEE-7969C9A85E99}"/>
              </a:ext>
            </a:extLst>
          </p:cNvPr>
          <p:cNvSpPr/>
          <p:nvPr/>
        </p:nvSpPr>
        <p:spPr>
          <a:xfrm>
            <a:off x="1905918" y="5432561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0x580041a0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63262-A779-F8FC-CAC9-F4774C6F282D}"/>
              </a:ext>
            </a:extLst>
          </p:cNvPr>
          <p:cNvSpPr txBox="1"/>
          <p:nvPr/>
        </p:nvSpPr>
        <p:spPr>
          <a:xfrm>
            <a:off x="4054207" y="544357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7BA5925-A2D9-B6CF-757A-37B77F71111C}"/>
              </a:ext>
            </a:extLst>
          </p:cNvPr>
          <p:cNvSpPr/>
          <p:nvPr/>
        </p:nvSpPr>
        <p:spPr>
          <a:xfrm>
            <a:off x="1814447" y="2382777"/>
            <a:ext cx="140086" cy="1400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C21A5E85-EBFA-DAA0-4B5F-573C2A39CFF7}"/>
              </a:ext>
            </a:extLst>
          </p:cNvPr>
          <p:cNvCxnSpPr>
            <a:stCxn id="29" idx="1"/>
            <a:endCxn id="31" idx="2"/>
          </p:cNvCxnSpPr>
          <p:nvPr/>
        </p:nvCxnSpPr>
        <p:spPr>
          <a:xfrm rot="10800000">
            <a:off x="1814448" y="2452821"/>
            <a:ext cx="91471" cy="3210473"/>
          </a:xfrm>
          <a:prstGeom prst="bentConnector3">
            <a:avLst>
              <a:gd name="adj1" fmla="val 34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E8856A34-F0EF-A493-9818-D0DE30DEE143}"/>
              </a:ext>
            </a:extLst>
          </p:cNvPr>
          <p:cNvSpPr/>
          <p:nvPr/>
        </p:nvSpPr>
        <p:spPr>
          <a:xfrm rot="10800000">
            <a:off x="2605489" y="4709711"/>
            <a:ext cx="572877" cy="657761"/>
          </a:xfrm>
          <a:prstGeom prst="down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2EED78F8-E1B9-C66F-D35D-923F1DC91D6A}"/>
              </a:ext>
            </a:extLst>
          </p:cNvPr>
          <p:cNvSpPr/>
          <p:nvPr/>
        </p:nvSpPr>
        <p:spPr>
          <a:xfrm>
            <a:off x="2605489" y="2959983"/>
            <a:ext cx="572877" cy="657761"/>
          </a:xfrm>
          <a:prstGeom prst="down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358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2FD5F7-BD90-0B27-34B8-23E4023222ED}"/>
              </a:ext>
            </a:extLst>
          </p:cNvPr>
          <p:cNvSpPr/>
          <p:nvPr/>
        </p:nvSpPr>
        <p:spPr>
          <a:xfrm>
            <a:off x="625545" y="417394"/>
            <a:ext cx="1961002" cy="59380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87BA5-25A3-BF58-F999-E39CDE5E8A56}"/>
              </a:ext>
            </a:extLst>
          </p:cNvPr>
          <p:cNvSpPr txBox="1"/>
          <p:nvPr/>
        </p:nvSpPr>
        <p:spPr>
          <a:xfrm>
            <a:off x="-1195610" y="4046947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0xc0000000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CC28C-FEB0-B3F7-1C71-3F6D004D13FD}"/>
              </a:ext>
            </a:extLst>
          </p:cNvPr>
          <p:cNvSpPr txBox="1"/>
          <p:nvPr/>
        </p:nvSpPr>
        <p:spPr>
          <a:xfrm>
            <a:off x="-1061235" y="25714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0x00000000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21E32-232E-9518-285B-3140F5936A86}"/>
              </a:ext>
            </a:extLst>
          </p:cNvPr>
          <p:cNvSpPr txBox="1"/>
          <p:nvPr/>
        </p:nvSpPr>
        <p:spPr>
          <a:xfrm>
            <a:off x="-1131767" y="613481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0xffffffff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F7E7E-C359-A792-A650-42675890B747}"/>
              </a:ext>
            </a:extLst>
          </p:cNvPr>
          <p:cNvSpPr txBox="1"/>
          <p:nvPr/>
        </p:nvSpPr>
        <p:spPr>
          <a:xfrm>
            <a:off x="-1050767" y="1267278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0x565901ad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A47117-F53C-706D-983A-352CDA9FB4EA}"/>
              </a:ext>
            </a:extLst>
          </p:cNvPr>
          <p:cNvSpPr/>
          <p:nvPr/>
        </p:nvSpPr>
        <p:spPr>
          <a:xfrm>
            <a:off x="625545" y="5894024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6F479-8FAB-7AA3-5961-4450CD51DEB4}"/>
              </a:ext>
            </a:extLst>
          </p:cNvPr>
          <p:cNvSpPr txBox="1"/>
          <p:nvPr/>
        </p:nvSpPr>
        <p:spPr>
          <a:xfrm>
            <a:off x="2773834" y="590504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local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5169F-0052-0262-C05E-822ACE10744A}"/>
              </a:ext>
            </a:extLst>
          </p:cNvPr>
          <p:cNvSpPr txBox="1"/>
          <p:nvPr/>
        </p:nvSpPr>
        <p:spPr>
          <a:xfrm>
            <a:off x="-1121076" y="5693969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0xfff983c8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7483D1-86A7-0B17-132F-8C3103DCB941}"/>
              </a:ext>
            </a:extLst>
          </p:cNvPr>
          <p:cNvSpPr txBox="1"/>
          <p:nvPr/>
        </p:nvSpPr>
        <p:spPr>
          <a:xfrm>
            <a:off x="-1050766" y="182847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0x565d1008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97D661-A17C-1250-AA96-053455D5A992}"/>
              </a:ext>
            </a:extLst>
          </p:cNvPr>
          <p:cNvSpPr/>
          <p:nvPr/>
        </p:nvSpPr>
        <p:spPr>
          <a:xfrm>
            <a:off x="625545" y="1938599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F7ABD-ACAC-56C3-B46D-1D41A2FDDCE0}"/>
              </a:ext>
            </a:extLst>
          </p:cNvPr>
          <p:cNvSpPr txBox="1"/>
          <p:nvPr/>
        </p:nvSpPr>
        <p:spPr>
          <a:xfrm>
            <a:off x="2678018" y="198266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global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510FC21-741F-2F57-EC8E-914A152B78C9}"/>
              </a:ext>
            </a:extLst>
          </p:cNvPr>
          <p:cNvSpPr/>
          <p:nvPr/>
        </p:nvSpPr>
        <p:spPr>
          <a:xfrm>
            <a:off x="625545" y="1490528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7D187-0299-3E51-0A47-3F12CF374FFC}"/>
              </a:ext>
            </a:extLst>
          </p:cNvPr>
          <p:cNvSpPr txBox="1"/>
          <p:nvPr/>
        </p:nvSpPr>
        <p:spPr>
          <a:xfrm>
            <a:off x="2678018" y="154077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48B640-FDC9-7F6C-67E9-BFAC2E17219F}"/>
              </a:ext>
            </a:extLst>
          </p:cNvPr>
          <p:cNvSpPr/>
          <p:nvPr/>
        </p:nvSpPr>
        <p:spPr>
          <a:xfrm>
            <a:off x="625545" y="2433431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51B53-68E2-D3CC-D3EB-7C4946132E44}"/>
              </a:ext>
            </a:extLst>
          </p:cNvPr>
          <p:cNvSpPr txBox="1"/>
          <p:nvPr/>
        </p:nvSpPr>
        <p:spPr>
          <a:xfrm>
            <a:off x="-1050767" y="219691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0x580041a0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45EDAA-89EA-D688-8DEE-7969C9A85E99}"/>
              </a:ext>
            </a:extLst>
          </p:cNvPr>
          <p:cNvSpPr/>
          <p:nvPr/>
        </p:nvSpPr>
        <p:spPr>
          <a:xfrm>
            <a:off x="625545" y="5432561"/>
            <a:ext cx="1961002" cy="46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0x580041a0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63262-A779-F8FC-CAC9-F4774C6F282D}"/>
              </a:ext>
            </a:extLst>
          </p:cNvPr>
          <p:cNvSpPr txBox="1"/>
          <p:nvPr/>
        </p:nvSpPr>
        <p:spPr>
          <a:xfrm>
            <a:off x="2773834" y="544357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7BA5925-A2D9-B6CF-757A-37B77F71111C}"/>
              </a:ext>
            </a:extLst>
          </p:cNvPr>
          <p:cNvSpPr/>
          <p:nvPr/>
        </p:nvSpPr>
        <p:spPr>
          <a:xfrm>
            <a:off x="534074" y="2382777"/>
            <a:ext cx="140086" cy="14008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C21A5E85-EBFA-DAA0-4B5F-573C2A39CFF7}"/>
              </a:ext>
            </a:extLst>
          </p:cNvPr>
          <p:cNvCxnSpPr>
            <a:stCxn id="29" idx="1"/>
            <a:endCxn id="31" idx="2"/>
          </p:cNvCxnSpPr>
          <p:nvPr/>
        </p:nvCxnSpPr>
        <p:spPr>
          <a:xfrm rot="10800000">
            <a:off x="534075" y="2452821"/>
            <a:ext cx="91471" cy="3210473"/>
          </a:xfrm>
          <a:prstGeom prst="bentConnector3">
            <a:avLst>
              <a:gd name="adj1" fmla="val 34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E8856A34-F0EF-A493-9818-D0DE30DEE143}"/>
              </a:ext>
            </a:extLst>
          </p:cNvPr>
          <p:cNvSpPr/>
          <p:nvPr/>
        </p:nvSpPr>
        <p:spPr>
          <a:xfrm rot="10800000">
            <a:off x="1325116" y="4709711"/>
            <a:ext cx="572877" cy="657761"/>
          </a:xfrm>
          <a:prstGeom prst="down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2EED78F8-E1B9-C66F-D35D-923F1DC91D6A}"/>
              </a:ext>
            </a:extLst>
          </p:cNvPr>
          <p:cNvSpPr/>
          <p:nvPr/>
        </p:nvSpPr>
        <p:spPr>
          <a:xfrm>
            <a:off x="1325116" y="2959983"/>
            <a:ext cx="572877" cy="657761"/>
          </a:xfrm>
          <a:prstGeom prst="down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E10858-5CAD-F541-3959-D2F4644EEBB4}"/>
              </a:ext>
            </a:extLst>
          </p:cNvPr>
          <p:cNvSpPr txBox="1"/>
          <p:nvPr/>
        </p:nvSpPr>
        <p:spPr>
          <a:xfrm>
            <a:off x="5298345" y="49600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0x565d1008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C4147E-07C3-A1A2-D254-12692BE7EBC1}"/>
              </a:ext>
            </a:extLst>
          </p:cNvPr>
          <p:cNvSpPr/>
          <p:nvPr/>
        </p:nvSpPr>
        <p:spPr>
          <a:xfrm>
            <a:off x="9281712" y="601151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4575D4-3248-2CC6-C9AC-D62C6A81915A}"/>
              </a:ext>
            </a:extLst>
          </p:cNvPr>
          <p:cNvSpPr/>
          <p:nvPr/>
        </p:nvSpPr>
        <p:spPr>
          <a:xfrm>
            <a:off x="9281712" y="1267278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52EC63-7A81-6876-0CFE-74AB6AE4CA45}"/>
              </a:ext>
            </a:extLst>
          </p:cNvPr>
          <p:cNvSpPr/>
          <p:nvPr/>
        </p:nvSpPr>
        <p:spPr>
          <a:xfrm>
            <a:off x="9281712" y="1933405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06CC76-6884-3F9D-C6B8-5C6D63840A54}"/>
              </a:ext>
            </a:extLst>
          </p:cNvPr>
          <p:cNvSpPr/>
          <p:nvPr/>
        </p:nvSpPr>
        <p:spPr>
          <a:xfrm>
            <a:off x="9281712" y="2599532"/>
            <a:ext cx="1828800" cy="6661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A8BC5F-C0B1-FAE8-E0D7-AC99E9B90932}"/>
              </a:ext>
            </a:extLst>
          </p:cNvPr>
          <p:cNvSpPr/>
          <p:nvPr/>
        </p:nvSpPr>
        <p:spPr>
          <a:xfrm>
            <a:off x="9281712" y="3265659"/>
            <a:ext cx="1828800" cy="6661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8BA80FE-FDB9-EAC4-52EA-5A40529946B0}"/>
              </a:ext>
            </a:extLst>
          </p:cNvPr>
          <p:cNvSpPr/>
          <p:nvPr/>
        </p:nvSpPr>
        <p:spPr>
          <a:xfrm>
            <a:off x="9281712" y="3931786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A71A0F1-E505-3FB9-A851-0C5438666B62}"/>
              </a:ext>
            </a:extLst>
          </p:cNvPr>
          <p:cNvSpPr/>
          <p:nvPr/>
        </p:nvSpPr>
        <p:spPr>
          <a:xfrm>
            <a:off x="9281712" y="4597913"/>
            <a:ext cx="1828800" cy="6661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5A8BB0-C2B2-53A4-5183-D4EA241B442D}"/>
              </a:ext>
            </a:extLst>
          </p:cNvPr>
          <p:cNvSpPr/>
          <p:nvPr/>
        </p:nvSpPr>
        <p:spPr>
          <a:xfrm>
            <a:off x="9281712" y="5264040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0CAA5A7-8680-E539-064D-159653A0DAB9}"/>
              </a:ext>
            </a:extLst>
          </p:cNvPr>
          <p:cNvSpPr/>
          <p:nvPr/>
        </p:nvSpPr>
        <p:spPr>
          <a:xfrm>
            <a:off x="9281712" y="5930167"/>
            <a:ext cx="1828800" cy="6661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A81E42-09E8-C735-D065-60015A4F9FB5}"/>
              </a:ext>
            </a:extLst>
          </p:cNvPr>
          <p:cNvSpPr txBox="1"/>
          <p:nvPr/>
        </p:nvSpPr>
        <p:spPr>
          <a:xfrm>
            <a:off x="11074969" y="4497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73B422-64D6-4F19-AA88-29DF11B37D31}"/>
              </a:ext>
            </a:extLst>
          </p:cNvPr>
          <p:cNvSpPr txBox="1"/>
          <p:nvPr/>
        </p:nvSpPr>
        <p:spPr>
          <a:xfrm>
            <a:off x="11074969" y="111032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6646DC-7DE2-A061-547F-665C653287BE}"/>
              </a:ext>
            </a:extLst>
          </p:cNvPr>
          <p:cNvSpPr txBox="1"/>
          <p:nvPr/>
        </p:nvSpPr>
        <p:spPr>
          <a:xfrm>
            <a:off x="11074969" y="177094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ACD145-CC39-DA48-B727-F4E9AD506B3B}"/>
              </a:ext>
            </a:extLst>
          </p:cNvPr>
          <p:cNvSpPr txBox="1"/>
          <p:nvPr/>
        </p:nvSpPr>
        <p:spPr>
          <a:xfrm>
            <a:off x="11074968" y="243156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912CEF-2CA6-0A6C-2A8F-D20C0FB333BD}"/>
              </a:ext>
            </a:extLst>
          </p:cNvPr>
          <p:cNvSpPr txBox="1"/>
          <p:nvPr/>
        </p:nvSpPr>
        <p:spPr>
          <a:xfrm>
            <a:off x="9281712" y="132202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buddy system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99083B-CFE2-EC63-EAAC-5EA0252DB22E}"/>
              </a:ext>
            </a:extLst>
          </p:cNvPr>
          <p:cNvSpPr txBox="1"/>
          <p:nvPr/>
        </p:nvSpPr>
        <p:spPr>
          <a:xfrm>
            <a:off x="3442192" y="601151"/>
            <a:ext cx="568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0101 0110 0101 1101 0001 0000 0000 1000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D57B90-AB40-AE06-019C-41366AD00070}"/>
              </a:ext>
            </a:extLst>
          </p:cNvPr>
          <p:cNvSpPr txBox="1"/>
          <p:nvPr/>
        </p:nvSpPr>
        <p:spPr>
          <a:xfrm>
            <a:off x="3426941" y="982185"/>
            <a:ext cx="4980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0101011001 0111010001 000000001000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FD1F67-A9B4-C739-C757-4908BB5C6298}"/>
              </a:ext>
            </a:extLst>
          </p:cNvPr>
          <p:cNvSpPr/>
          <p:nvPr/>
        </p:nvSpPr>
        <p:spPr>
          <a:xfrm>
            <a:off x="3891776" y="1667388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39F225-34C3-F7C3-58FE-75A60F30678D}"/>
              </a:ext>
            </a:extLst>
          </p:cNvPr>
          <p:cNvSpPr/>
          <p:nvPr/>
        </p:nvSpPr>
        <p:spPr>
          <a:xfrm>
            <a:off x="3891776" y="1935840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BCEBA2-C6E2-D965-3EF2-9B721574540F}"/>
              </a:ext>
            </a:extLst>
          </p:cNvPr>
          <p:cNvSpPr/>
          <p:nvPr/>
        </p:nvSpPr>
        <p:spPr>
          <a:xfrm>
            <a:off x="3891776" y="2204292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1FB86B7-022E-4AE0-0393-6CA311BBD5F2}"/>
              </a:ext>
            </a:extLst>
          </p:cNvPr>
          <p:cNvSpPr/>
          <p:nvPr/>
        </p:nvSpPr>
        <p:spPr>
          <a:xfrm>
            <a:off x="3891776" y="2472744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6E8924A-7147-334F-319D-BB1C90325C96}"/>
              </a:ext>
            </a:extLst>
          </p:cNvPr>
          <p:cNvSpPr/>
          <p:nvPr/>
        </p:nvSpPr>
        <p:spPr>
          <a:xfrm>
            <a:off x="3891776" y="2741196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9F7B450-AD5B-6788-05FE-A76D462D116A}"/>
              </a:ext>
            </a:extLst>
          </p:cNvPr>
          <p:cNvSpPr/>
          <p:nvPr/>
        </p:nvSpPr>
        <p:spPr>
          <a:xfrm>
            <a:off x="3891776" y="3009648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A222EE1-FF7E-4282-D0DE-2F69108F1676}"/>
              </a:ext>
            </a:extLst>
          </p:cNvPr>
          <p:cNvSpPr/>
          <p:nvPr/>
        </p:nvSpPr>
        <p:spPr>
          <a:xfrm>
            <a:off x="3891776" y="3278100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CA3E10A-98BC-7348-B70D-870441E96CD2}"/>
              </a:ext>
            </a:extLst>
          </p:cNvPr>
          <p:cNvSpPr/>
          <p:nvPr/>
        </p:nvSpPr>
        <p:spPr>
          <a:xfrm>
            <a:off x="3891776" y="3546552"/>
            <a:ext cx="1076092" cy="26601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30F0FB6-4A68-94DC-5F1F-027A1F690DF9}"/>
              </a:ext>
            </a:extLst>
          </p:cNvPr>
          <p:cNvSpPr/>
          <p:nvPr/>
        </p:nvSpPr>
        <p:spPr>
          <a:xfrm>
            <a:off x="3891776" y="3815004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5384EA-435B-C146-ED43-27741DEFFB72}"/>
              </a:ext>
            </a:extLst>
          </p:cNvPr>
          <p:cNvSpPr/>
          <p:nvPr/>
        </p:nvSpPr>
        <p:spPr>
          <a:xfrm>
            <a:off x="3891776" y="4083456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B2F64A-E4B4-D78F-8E23-030BFD9E23B9}"/>
              </a:ext>
            </a:extLst>
          </p:cNvPr>
          <p:cNvSpPr txBox="1"/>
          <p:nvPr/>
        </p:nvSpPr>
        <p:spPr>
          <a:xfrm>
            <a:off x="3334586" y="145500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pgd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1AF1D6-4B71-0F58-4038-B66A40B85ED8}"/>
              </a:ext>
            </a:extLst>
          </p:cNvPr>
          <p:cNvSpPr txBox="1"/>
          <p:nvPr/>
        </p:nvSpPr>
        <p:spPr>
          <a:xfrm>
            <a:off x="3286116" y="348124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345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FB63F2D-0F5C-C247-4F4D-1FF201DA0CB5}"/>
              </a:ext>
            </a:extLst>
          </p:cNvPr>
          <p:cNvSpPr/>
          <p:nvPr/>
        </p:nvSpPr>
        <p:spPr>
          <a:xfrm>
            <a:off x="5771202" y="1662447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11BC9CA-218A-9E6E-87F1-5C4B79367D5D}"/>
              </a:ext>
            </a:extLst>
          </p:cNvPr>
          <p:cNvSpPr/>
          <p:nvPr/>
        </p:nvSpPr>
        <p:spPr>
          <a:xfrm>
            <a:off x="5771202" y="1930899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D3295C5-C23C-FD2E-A7D7-4AE97435E168}"/>
              </a:ext>
            </a:extLst>
          </p:cNvPr>
          <p:cNvSpPr/>
          <p:nvPr/>
        </p:nvSpPr>
        <p:spPr>
          <a:xfrm>
            <a:off x="5771202" y="2199351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49EF5A5-A3AF-A4AB-2FBD-39D27B8046B7}"/>
              </a:ext>
            </a:extLst>
          </p:cNvPr>
          <p:cNvSpPr/>
          <p:nvPr/>
        </p:nvSpPr>
        <p:spPr>
          <a:xfrm>
            <a:off x="5771202" y="2467803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6BD4B54-F2CB-CF3D-2672-CF7411A0BB46}"/>
              </a:ext>
            </a:extLst>
          </p:cNvPr>
          <p:cNvSpPr/>
          <p:nvPr/>
        </p:nvSpPr>
        <p:spPr>
          <a:xfrm>
            <a:off x="5771202" y="2736255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F0BBB44-3824-75A4-F8CB-8189558E55A2}"/>
              </a:ext>
            </a:extLst>
          </p:cNvPr>
          <p:cNvSpPr/>
          <p:nvPr/>
        </p:nvSpPr>
        <p:spPr>
          <a:xfrm>
            <a:off x="5771202" y="3004707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7E3D895-AF61-E3D0-ADE9-DBC336A3F3B4}"/>
              </a:ext>
            </a:extLst>
          </p:cNvPr>
          <p:cNvSpPr/>
          <p:nvPr/>
        </p:nvSpPr>
        <p:spPr>
          <a:xfrm>
            <a:off x="5771202" y="3273159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2B76FC6-DEBD-C312-210C-34320A000F90}"/>
              </a:ext>
            </a:extLst>
          </p:cNvPr>
          <p:cNvSpPr/>
          <p:nvPr/>
        </p:nvSpPr>
        <p:spPr>
          <a:xfrm>
            <a:off x="5771202" y="3541611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46BCE9C-8739-0517-40D4-6904D41F1BC3}"/>
              </a:ext>
            </a:extLst>
          </p:cNvPr>
          <p:cNvSpPr/>
          <p:nvPr/>
        </p:nvSpPr>
        <p:spPr>
          <a:xfrm>
            <a:off x="5771202" y="3810063"/>
            <a:ext cx="1076092" cy="2660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587B552-3581-27C7-6335-9D77E04826F5}"/>
              </a:ext>
            </a:extLst>
          </p:cNvPr>
          <p:cNvSpPr/>
          <p:nvPr/>
        </p:nvSpPr>
        <p:spPr>
          <a:xfrm>
            <a:off x="5771202" y="4078515"/>
            <a:ext cx="1076092" cy="26601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27441E-5DF7-59F1-CEF7-6BEB14B05AB3}"/>
              </a:ext>
            </a:extLst>
          </p:cNvPr>
          <p:cNvSpPr txBox="1"/>
          <p:nvPr/>
        </p:nvSpPr>
        <p:spPr>
          <a:xfrm>
            <a:off x="5214012" y="145006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pte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BCF364-0687-83C6-B165-D258F26F4130}"/>
              </a:ext>
            </a:extLst>
          </p:cNvPr>
          <p:cNvSpPr txBox="1"/>
          <p:nvPr/>
        </p:nvSpPr>
        <p:spPr>
          <a:xfrm>
            <a:off x="5163343" y="4011468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465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E2B073A7-CF63-A385-3696-F8FD561858DE}"/>
              </a:ext>
            </a:extLst>
          </p:cNvPr>
          <p:cNvCxnSpPr>
            <a:stCxn id="52" idx="3"/>
            <a:endCxn id="67" idx="3"/>
          </p:cNvCxnSpPr>
          <p:nvPr/>
        </p:nvCxnSpPr>
        <p:spPr>
          <a:xfrm flipV="1">
            <a:off x="4967868" y="1661532"/>
            <a:ext cx="780586" cy="2018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2D311F1-C867-3121-548F-3FF2F79E5EBE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847294" y="2597026"/>
            <a:ext cx="2411670" cy="1614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F1894EE-BE15-AE40-AA3B-1AE77475BE6C}"/>
              </a:ext>
            </a:extLst>
          </p:cNvPr>
          <p:cNvSpPr/>
          <p:nvPr/>
        </p:nvSpPr>
        <p:spPr>
          <a:xfrm>
            <a:off x="9334017" y="2620381"/>
            <a:ext cx="466596" cy="2745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52E76C-890B-FB15-3F1A-E7848EFCF76C}"/>
              </a:ext>
            </a:extLst>
          </p:cNvPr>
          <p:cNvSpPr txBox="1"/>
          <p:nvPr/>
        </p:nvSpPr>
        <p:spPr>
          <a:xfrm>
            <a:off x="5163343" y="463848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MMU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754EE1-FF87-82F4-A0E8-057C1DD1D848}"/>
              </a:ext>
            </a:extLst>
          </p:cNvPr>
          <p:cNvSpPr txBox="1"/>
          <p:nvPr/>
        </p:nvSpPr>
        <p:spPr>
          <a:xfrm>
            <a:off x="7660250" y="2405697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0x00003008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CA1777-47E0-3B51-EA5E-B9F4BE9171D5}"/>
              </a:ext>
            </a:extLst>
          </p:cNvPr>
          <p:cNvSpPr txBox="1"/>
          <p:nvPr/>
        </p:nvSpPr>
        <p:spPr>
          <a:xfrm>
            <a:off x="11091317" y="307066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4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169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8EB44-D0E2-2033-3C39-3D41BB447F0F}"/>
              </a:ext>
            </a:extLst>
          </p:cNvPr>
          <p:cNvSpPr txBox="1"/>
          <p:nvPr/>
        </p:nvSpPr>
        <p:spPr>
          <a:xfrm>
            <a:off x="677537" y="247880"/>
            <a:ext cx="1608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라이브러리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1EE96-CE2C-A449-4D59-FCDEBABB8563}"/>
              </a:ext>
            </a:extLst>
          </p:cNvPr>
          <p:cNvSpPr/>
          <p:nvPr/>
        </p:nvSpPr>
        <p:spPr>
          <a:xfrm>
            <a:off x="1944478" y="342900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5232D-A0CC-3E40-BF61-2E030323470D}"/>
              </a:ext>
            </a:extLst>
          </p:cNvPr>
          <p:cNvSpPr/>
          <p:nvPr/>
        </p:nvSpPr>
        <p:spPr>
          <a:xfrm>
            <a:off x="1944478" y="390548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B13E6-913A-BA49-65AB-5473E630A914}"/>
              </a:ext>
            </a:extLst>
          </p:cNvPr>
          <p:cNvSpPr txBox="1"/>
          <p:nvPr/>
        </p:nvSpPr>
        <p:spPr>
          <a:xfrm>
            <a:off x="2029371" y="440674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9C7C-72E2-617B-D502-720D1CB17A8B}"/>
              </a:ext>
            </a:extLst>
          </p:cNvPr>
          <p:cNvSpPr txBox="1"/>
          <p:nvPr/>
        </p:nvSpPr>
        <p:spPr>
          <a:xfrm>
            <a:off x="1195555" y="34671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7618-CC3D-D231-163C-63C9B4921F8E}"/>
              </a:ext>
            </a:extLst>
          </p:cNvPr>
          <p:cNvSpPr txBox="1"/>
          <p:nvPr/>
        </p:nvSpPr>
        <p:spPr>
          <a:xfrm>
            <a:off x="1195555" y="396607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A029D-6126-0C31-289B-D8164D5D5E5C}"/>
              </a:ext>
            </a:extLst>
          </p:cNvPr>
          <p:cNvSpPr/>
          <p:nvPr/>
        </p:nvSpPr>
        <p:spPr>
          <a:xfrm>
            <a:off x="1944478" y="121461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5D1E9-CA92-008E-BBB1-24F082797594}"/>
              </a:ext>
            </a:extLst>
          </p:cNvPr>
          <p:cNvSpPr/>
          <p:nvPr/>
        </p:nvSpPr>
        <p:spPr>
          <a:xfrm>
            <a:off x="1944478" y="16910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AE54C-56F1-6CE5-E7A1-E8F66D2E92A2}"/>
              </a:ext>
            </a:extLst>
          </p:cNvPr>
          <p:cNvSpPr txBox="1"/>
          <p:nvPr/>
        </p:nvSpPr>
        <p:spPr>
          <a:xfrm>
            <a:off x="2029371" y="219235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atoi.o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D5EB0-7E8A-5A96-1564-0A7ACF0D9CB1}"/>
              </a:ext>
            </a:extLst>
          </p:cNvPr>
          <p:cNvSpPr txBox="1"/>
          <p:nvPr/>
        </p:nvSpPr>
        <p:spPr>
          <a:xfrm>
            <a:off x="1195555" y="125279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84E179-ACFE-C4F9-1FA5-5DB95A621532}"/>
              </a:ext>
            </a:extLst>
          </p:cNvPr>
          <p:cNvSpPr txBox="1"/>
          <p:nvPr/>
        </p:nvSpPr>
        <p:spPr>
          <a:xfrm>
            <a:off x="1195555" y="17516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BBE02A-DF25-B4B1-35D1-C33171C421C5}"/>
              </a:ext>
            </a:extLst>
          </p:cNvPr>
          <p:cNvSpPr/>
          <p:nvPr/>
        </p:nvSpPr>
        <p:spPr>
          <a:xfrm>
            <a:off x="5326656" y="1652905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309B060-3D11-2E30-5F25-DD25D2759BDD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3145316" y="1465244"/>
            <a:ext cx="2181340" cy="760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984B40A-DA30-2D47-30B1-22BCA07C2161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 flipV="1">
            <a:off x="3145316" y="2225595"/>
            <a:ext cx="2181340" cy="1454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F7DF7D-066F-511B-1713-1DCA9B97E4A5}"/>
              </a:ext>
            </a:extLst>
          </p:cNvPr>
          <p:cNvSpPr txBox="1"/>
          <p:nvPr/>
        </p:nvSpPr>
        <p:spPr>
          <a:xfrm>
            <a:off x="4535286" y="154161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62A9D5-9657-461F-F1E4-7F7B7854AC1E}"/>
              </a:ext>
            </a:extLst>
          </p:cNvPr>
          <p:cNvSpPr/>
          <p:nvPr/>
        </p:nvSpPr>
        <p:spPr>
          <a:xfrm>
            <a:off x="5326656" y="2798284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8826A29-B6AC-5E0C-6387-53BAEFB433EC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3145316" y="1941724"/>
            <a:ext cx="2181340" cy="1429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E12441-A129-E410-69E5-9E57FB56396C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 flipV="1">
            <a:off x="3145316" y="3370974"/>
            <a:ext cx="2181340" cy="78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F6B6E0-74B2-8544-DEBB-38C93EE8FAFB}"/>
              </a:ext>
            </a:extLst>
          </p:cNvPr>
          <p:cNvSpPr txBox="1"/>
          <p:nvPr/>
        </p:nvSpPr>
        <p:spPr>
          <a:xfrm>
            <a:off x="5552613" y="394366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aaa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0F8AF6-CE07-BE2F-9A15-9F0406488916}"/>
              </a:ext>
            </a:extLst>
          </p:cNvPr>
          <p:cNvSpPr/>
          <p:nvPr/>
        </p:nvSpPr>
        <p:spPr>
          <a:xfrm>
            <a:off x="7998246" y="187662"/>
            <a:ext cx="1200838" cy="57339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7FEC4F-D031-BD1D-A2BD-EA6128E38316}"/>
              </a:ext>
            </a:extLst>
          </p:cNvPr>
          <p:cNvSpPr/>
          <p:nvPr/>
        </p:nvSpPr>
        <p:spPr>
          <a:xfrm>
            <a:off x="7998246" y="892553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2D9B0-86BA-0826-7661-6B7ED4BB7021}"/>
              </a:ext>
            </a:extLst>
          </p:cNvPr>
          <p:cNvSpPr/>
          <p:nvPr/>
        </p:nvSpPr>
        <p:spPr>
          <a:xfrm>
            <a:off x="7998246" y="2321806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B405F21-29A7-1689-3222-8728B6808692}"/>
              </a:ext>
            </a:extLst>
          </p:cNvPr>
          <p:cNvCxnSpPr/>
          <p:nvPr/>
        </p:nvCxnSpPr>
        <p:spPr>
          <a:xfrm flipV="1">
            <a:off x="6527494" y="892553"/>
            <a:ext cx="1470752" cy="760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AAF0260-5915-B6F5-21A7-4D1D1461E795}"/>
              </a:ext>
            </a:extLst>
          </p:cNvPr>
          <p:cNvCxnSpPr>
            <a:cxnSpLocks/>
          </p:cNvCxnSpPr>
          <p:nvPr/>
        </p:nvCxnSpPr>
        <p:spPr>
          <a:xfrm flipV="1">
            <a:off x="6488935" y="2037932"/>
            <a:ext cx="1509311" cy="780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1567108-6339-02F8-18CA-27A96F00E49E}"/>
              </a:ext>
            </a:extLst>
          </p:cNvPr>
          <p:cNvCxnSpPr>
            <a:cxnSpLocks/>
          </p:cNvCxnSpPr>
          <p:nvPr/>
        </p:nvCxnSpPr>
        <p:spPr>
          <a:xfrm flipV="1">
            <a:off x="6508215" y="2321806"/>
            <a:ext cx="1490031" cy="492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C4C1536-5BEE-86B1-95A7-6E76B5151163}"/>
              </a:ext>
            </a:extLst>
          </p:cNvPr>
          <p:cNvCxnSpPr>
            <a:cxnSpLocks/>
          </p:cNvCxnSpPr>
          <p:nvPr/>
        </p:nvCxnSpPr>
        <p:spPr>
          <a:xfrm flipV="1">
            <a:off x="6517854" y="3441710"/>
            <a:ext cx="1490031" cy="488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94324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8EB44-D0E2-2033-3C39-3D41BB447F0F}"/>
              </a:ext>
            </a:extLst>
          </p:cNvPr>
          <p:cNvSpPr txBox="1"/>
          <p:nvPr/>
        </p:nvSpPr>
        <p:spPr>
          <a:xfrm>
            <a:off x="677537" y="247880"/>
            <a:ext cx="1608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라이브러리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1EE96-CE2C-A449-4D59-FCDEBABB8563}"/>
              </a:ext>
            </a:extLst>
          </p:cNvPr>
          <p:cNvSpPr/>
          <p:nvPr/>
        </p:nvSpPr>
        <p:spPr>
          <a:xfrm>
            <a:off x="1944478" y="342900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5232D-A0CC-3E40-BF61-2E030323470D}"/>
              </a:ext>
            </a:extLst>
          </p:cNvPr>
          <p:cNvSpPr/>
          <p:nvPr/>
        </p:nvSpPr>
        <p:spPr>
          <a:xfrm>
            <a:off x="1944478" y="390548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B13E6-913A-BA49-65AB-5473E630A914}"/>
              </a:ext>
            </a:extLst>
          </p:cNvPr>
          <p:cNvSpPr txBox="1"/>
          <p:nvPr/>
        </p:nvSpPr>
        <p:spPr>
          <a:xfrm>
            <a:off x="2029371" y="440674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9C7C-72E2-617B-D502-720D1CB17A8B}"/>
              </a:ext>
            </a:extLst>
          </p:cNvPr>
          <p:cNvSpPr txBox="1"/>
          <p:nvPr/>
        </p:nvSpPr>
        <p:spPr>
          <a:xfrm>
            <a:off x="1195555" y="34671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7618-CC3D-D231-163C-63C9B4921F8E}"/>
              </a:ext>
            </a:extLst>
          </p:cNvPr>
          <p:cNvSpPr txBox="1"/>
          <p:nvPr/>
        </p:nvSpPr>
        <p:spPr>
          <a:xfrm>
            <a:off x="1195555" y="396607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A029D-6126-0C31-289B-D8164D5D5E5C}"/>
              </a:ext>
            </a:extLst>
          </p:cNvPr>
          <p:cNvSpPr/>
          <p:nvPr/>
        </p:nvSpPr>
        <p:spPr>
          <a:xfrm>
            <a:off x="1944478" y="121461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5D1E9-CA92-008E-BBB1-24F082797594}"/>
              </a:ext>
            </a:extLst>
          </p:cNvPr>
          <p:cNvSpPr/>
          <p:nvPr/>
        </p:nvSpPr>
        <p:spPr>
          <a:xfrm>
            <a:off x="1944478" y="16910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AE54C-56F1-6CE5-E7A1-E8F66D2E92A2}"/>
              </a:ext>
            </a:extLst>
          </p:cNvPr>
          <p:cNvSpPr txBox="1"/>
          <p:nvPr/>
        </p:nvSpPr>
        <p:spPr>
          <a:xfrm>
            <a:off x="2029371" y="219235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atoi.o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D5EB0-7E8A-5A96-1564-0A7ACF0D9CB1}"/>
              </a:ext>
            </a:extLst>
          </p:cNvPr>
          <p:cNvSpPr txBox="1"/>
          <p:nvPr/>
        </p:nvSpPr>
        <p:spPr>
          <a:xfrm>
            <a:off x="1195555" y="125279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84E179-ACFE-C4F9-1FA5-5DB95A621532}"/>
              </a:ext>
            </a:extLst>
          </p:cNvPr>
          <p:cNvSpPr txBox="1"/>
          <p:nvPr/>
        </p:nvSpPr>
        <p:spPr>
          <a:xfrm>
            <a:off x="1195555" y="17516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BBE02A-DF25-B4B1-35D1-C33171C421C5}"/>
              </a:ext>
            </a:extLst>
          </p:cNvPr>
          <p:cNvSpPr/>
          <p:nvPr/>
        </p:nvSpPr>
        <p:spPr>
          <a:xfrm>
            <a:off x="5326656" y="1652905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309B060-3D11-2E30-5F25-DD25D2759BDD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3145316" y="1465244"/>
            <a:ext cx="2181340" cy="760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984B40A-DA30-2D47-30B1-22BCA07C2161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 flipV="1">
            <a:off x="3145316" y="2225595"/>
            <a:ext cx="2181340" cy="1454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F7DF7D-066F-511B-1713-1DCA9B97E4A5}"/>
              </a:ext>
            </a:extLst>
          </p:cNvPr>
          <p:cNvSpPr txBox="1"/>
          <p:nvPr/>
        </p:nvSpPr>
        <p:spPr>
          <a:xfrm>
            <a:off x="4535286" y="154161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62A9D5-9657-461F-F1E4-7F7B7854AC1E}"/>
              </a:ext>
            </a:extLst>
          </p:cNvPr>
          <p:cNvSpPr/>
          <p:nvPr/>
        </p:nvSpPr>
        <p:spPr>
          <a:xfrm>
            <a:off x="5326656" y="2798284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8826A29-B6AC-5E0C-6387-53BAEFB433EC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3145316" y="1941724"/>
            <a:ext cx="2181340" cy="1429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E12441-A129-E410-69E5-9E57FB56396C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 flipV="1">
            <a:off x="3145316" y="3370974"/>
            <a:ext cx="2181340" cy="78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F6B6E0-74B2-8544-DEBB-38C93EE8FAFB}"/>
              </a:ext>
            </a:extLst>
          </p:cNvPr>
          <p:cNvSpPr txBox="1"/>
          <p:nvPr/>
        </p:nvSpPr>
        <p:spPr>
          <a:xfrm>
            <a:off x="5552613" y="394366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aaa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0F8AF6-CE07-BE2F-9A15-9F0406488916}"/>
              </a:ext>
            </a:extLst>
          </p:cNvPr>
          <p:cNvSpPr/>
          <p:nvPr/>
        </p:nvSpPr>
        <p:spPr>
          <a:xfrm>
            <a:off x="7998246" y="187662"/>
            <a:ext cx="1200838" cy="57339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7FEC4F-D031-BD1D-A2BD-EA6128E38316}"/>
              </a:ext>
            </a:extLst>
          </p:cNvPr>
          <p:cNvSpPr/>
          <p:nvPr/>
        </p:nvSpPr>
        <p:spPr>
          <a:xfrm>
            <a:off x="7998246" y="892553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2D9B0-86BA-0826-7661-6B7ED4BB7021}"/>
              </a:ext>
            </a:extLst>
          </p:cNvPr>
          <p:cNvSpPr/>
          <p:nvPr/>
        </p:nvSpPr>
        <p:spPr>
          <a:xfrm>
            <a:off x="7998246" y="2321806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B405F21-29A7-1689-3222-8728B6808692}"/>
              </a:ext>
            </a:extLst>
          </p:cNvPr>
          <p:cNvCxnSpPr/>
          <p:nvPr/>
        </p:nvCxnSpPr>
        <p:spPr>
          <a:xfrm flipV="1">
            <a:off x="6527494" y="892553"/>
            <a:ext cx="1470752" cy="760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AAF0260-5915-B6F5-21A7-4D1D1461E795}"/>
              </a:ext>
            </a:extLst>
          </p:cNvPr>
          <p:cNvCxnSpPr>
            <a:cxnSpLocks/>
          </p:cNvCxnSpPr>
          <p:nvPr/>
        </p:nvCxnSpPr>
        <p:spPr>
          <a:xfrm flipV="1">
            <a:off x="6488935" y="2037932"/>
            <a:ext cx="1509311" cy="780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1567108-6339-02F8-18CA-27A96F00E49E}"/>
              </a:ext>
            </a:extLst>
          </p:cNvPr>
          <p:cNvCxnSpPr>
            <a:cxnSpLocks/>
          </p:cNvCxnSpPr>
          <p:nvPr/>
        </p:nvCxnSpPr>
        <p:spPr>
          <a:xfrm flipV="1">
            <a:off x="6508215" y="2321806"/>
            <a:ext cx="1490031" cy="492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C4C1536-5BEE-86B1-95A7-6E76B5151163}"/>
              </a:ext>
            </a:extLst>
          </p:cNvPr>
          <p:cNvCxnSpPr>
            <a:cxnSpLocks/>
          </p:cNvCxnSpPr>
          <p:nvPr/>
        </p:nvCxnSpPr>
        <p:spPr>
          <a:xfrm flipV="1">
            <a:off x="6517854" y="3441710"/>
            <a:ext cx="1490031" cy="488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91FEA8-AEDB-24B3-1E68-E68B5A3AF145}"/>
              </a:ext>
            </a:extLst>
          </p:cNvPr>
          <p:cNvSpPr/>
          <p:nvPr/>
        </p:nvSpPr>
        <p:spPr>
          <a:xfrm>
            <a:off x="5307377" y="4477475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6A1354-B860-4364-A8AA-7B6064A17D7F}"/>
              </a:ext>
            </a:extLst>
          </p:cNvPr>
          <p:cNvSpPr txBox="1"/>
          <p:nvPr/>
        </p:nvSpPr>
        <p:spPr>
          <a:xfrm>
            <a:off x="4516007" y="43661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4C9300-70D2-EB95-9AB9-D5FDE0344F8A}"/>
              </a:ext>
            </a:extLst>
          </p:cNvPr>
          <p:cNvSpPr/>
          <p:nvPr/>
        </p:nvSpPr>
        <p:spPr>
          <a:xfrm>
            <a:off x="5307377" y="5622854"/>
            <a:ext cx="1200838" cy="11453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A0E53C-10E8-46FF-01CA-70DA80527A06}"/>
              </a:ext>
            </a:extLst>
          </p:cNvPr>
          <p:cNvSpPr txBox="1"/>
          <p:nvPr/>
        </p:nvSpPr>
        <p:spPr>
          <a:xfrm>
            <a:off x="5533334" y="676823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bbb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E6B9D59-BE01-A17C-0D10-83282F4E68E8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145316" y="1465244"/>
            <a:ext cx="2162061" cy="3584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85FED5A-40F1-8B08-924C-47EFB40F21F3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145316" y="1941724"/>
            <a:ext cx="2162061" cy="4253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821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8EB44-D0E2-2033-3C39-3D41BB447F0F}"/>
              </a:ext>
            </a:extLst>
          </p:cNvPr>
          <p:cNvSpPr txBox="1"/>
          <p:nvPr/>
        </p:nvSpPr>
        <p:spPr>
          <a:xfrm>
            <a:off x="677537" y="247880"/>
            <a:ext cx="1608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라이브러리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1EE96-CE2C-A449-4D59-FCDEBABB8563}"/>
              </a:ext>
            </a:extLst>
          </p:cNvPr>
          <p:cNvSpPr/>
          <p:nvPr/>
        </p:nvSpPr>
        <p:spPr>
          <a:xfrm>
            <a:off x="1944478" y="342900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5232D-A0CC-3E40-BF61-2E030323470D}"/>
              </a:ext>
            </a:extLst>
          </p:cNvPr>
          <p:cNvSpPr/>
          <p:nvPr/>
        </p:nvSpPr>
        <p:spPr>
          <a:xfrm>
            <a:off x="1944478" y="390548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B13E6-913A-BA49-65AB-5473E630A914}"/>
              </a:ext>
            </a:extLst>
          </p:cNvPr>
          <p:cNvSpPr txBox="1"/>
          <p:nvPr/>
        </p:nvSpPr>
        <p:spPr>
          <a:xfrm>
            <a:off x="2029371" y="440674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9C7C-72E2-617B-D502-720D1CB17A8B}"/>
              </a:ext>
            </a:extLst>
          </p:cNvPr>
          <p:cNvSpPr txBox="1"/>
          <p:nvPr/>
        </p:nvSpPr>
        <p:spPr>
          <a:xfrm>
            <a:off x="1195555" y="34671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7618-CC3D-D231-163C-63C9B4921F8E}"/>
              </a:ext>
            </a:extLst>
          </p:cNvPr>
          <p:cNvSpPr txBox="1"/>
          <p:nvPr/>
        </p:nvSpPr>
        <p:spPr>
          <a:xfrm>
            <a:off x="1195555" y="396607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A029D-6126-0C31-289B-D8164D5D5E5C}"/>
              </a:ext>
            </a:extLst>
          </p:cNvPr>
          <p:cNvSpPr/>
          <p:nvPr/>
        </p:nvSpPr>
        <p:spPr>
          <a:xfrm>
            <a:off x="1944478" y="121461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5D1E9-CA92-008E-BBB1-24F082797594}"/>
              </a:ext>
            </a:extLst>
          </p:cNvPr>
          <p:cNvSpPr/>
          <p:nvPr/>
        </p:nvSpPr>
        <p:spPr>
          <a:xfrm>
            <a:off x="1944478" y="16910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AE54C-56F1-6CE5-E7A1-E8F66D2E92A2}"/>
              </a:ext>
            </a:extLst>
          </p:cNvPr>
          <p:cNvSpPr txBox="1"/>
          <p:nvPr/>
        </p:nvSpPr>
        <p:spPr>
          <a:xfrm>
            <a:off x="1766522" y="230196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libatoi.so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D5EB0-7E8A-5A96-1564-0A7ACF0D9CB1}"/>
              </a:ext>
            </a:extLst>
          </p:cNvPr>
          <p:cNvSpPr txBox="1"/>
          <p:nvPr/>
        </p:nvSpPr>
        <p:spPr>
          <a:xfrm>
            <a:off x="1195555" y="125279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84E179-ACFE-C4F9-1FA5-5DB95A621532}"/>
              </a:ext>
            </a:extLst>
          </p:cNvPr>
          <p:cNvSpPr txBox="1"/>
          <p:nvPr/>
        </p:nvSpPr>
        <p:spPr>
          <a:xfrm>
            <a:off x="1195555" y="17516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984B40A-DA30-2D47-30B1-22BCA07C2161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145316" y="3225224"/>
            <a:ext cx="2242954" cy="454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E12441-A129-E410-69E5-9E57FB56396C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3145316" y="3701704"/>
            <a:ext cx="2242954" cy="454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F6B6E0-74B2-8544-DEBB-38C93EE8FAFB}"/>
              </a:ext>
            </a:extLst>
          </p:cNvPr>
          <p:cNvSpPr txBox="1"/>
          <p:nvPr/>
        </p:nvSpPr>
        <p:spPr>
          <a:xfrm>
            <a:off x="5552613" y="392404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aaa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0F8AF6-CE07-BE2F-9A15-9F0406488916}"/>
              </a:ext>
            </a:extLst>
          </p:cNvPr>
          <p:cNvSpPr/>
          <p:nvPr/>
        </p:nvSpPr>
        <p:spPr>
          <a:xfrm>
            <a:off x="7998246" y="187662"/>
            <a:ext cx="1200838" cy="57339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B405F21-29A7-1689-3222-8728B6808692}"/>
              </a:ext>
            </a:extLst>
          </p:cNvPr>
          <p:cNvCxnSpPr>
            <a:cxnSpLocks/>
          </p:cNvCxnSpPr>
          <p:nvPr/>
        </p:nvCxnSpPr>
        <p:spPr>
          <a:xfrm flipV="1">
            <a:off x="3145316" y="892553"/>
            <a:ext cx="4852930" cy="322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AAF0260-5915-B6F5-21A7-4D1D1461E795}"/>
              </a:ext>
            </a:extLst>
          </p:cNvPr>
          <p:cNvCxnSpPr>
            <a:cxnSpLocks/>
          </p:cNvCxnSpPr>
          <p:nvPr/>
        </p:nvCxnSpPr>
        <p:spPr>
          <a:xfrm flipV="1">
            <a:off x="6580893" y="2823824"/>
            <a:ext cx="1407715" cy="169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1567108-6339-02F8-18CA-27A96F00E49E}"/>
              </a:ext>
            </a:extLst>
          </p:cNvPr>
          <p:cNvCxnSpPr>
            <a:cxnSpLocks/>
          </p:cNvCxnSpPr>
          <p:nvPr/>
        </p:nvCxnSpPr>
        <p:spPr>
          <a:xfrm flipV="1">
            <a:off x="3145316" y="1390033"/>
            <a:ext cx="4862569" cy="308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C4C1536-5BEE-86B1-95A7-6E76B5151163}"/>
              </a:ext>
            </a:extLst>
          </p:cNvPr>
          <p:cNvCxnSpPr>
            <a:cxnSpLocks/>
          </p:cNvCxnSpPr>
          <p:nvPr/>
        </p:nvCxnSpPr>
        <p:spPr>
          <a:xfrm flipV="1">
            <a:off x="6580893" y="3300304"/>
            <a:ext cx="1426992" cy="150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F68628-16F5-D31A-F41F-77842870AA27}"/>
              </a:ext>
            </a:extLst>
          </p:cNvPr>
          <p:cNvSpPr/>
          <p:nvPr/>
        </p:nvSpPr>
        <p:spPr>
          <a:xfrm>
            <a:off x="5388270" y="29745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B8823A-38C9-A64F-EC7B-885290AFA4B8}"/>
              </a:ext>
            </a:extLst>
          </p:cNvPr>
          <p:cNvSpPr/>
          <p:nvPr/>
        </p:nvSpPr>
        <p:spPr>
          <a:xfrm>
            <a:off x="5388270" y="345107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DE58BA-05F8-8F31-198B-180D32864B96}"/>
              </a:ext>
            </a:extLst>
          </p:cNvPr>
          <p:cNvSpPr/>
          <p:nvPr/>
        </p:nvSpPr>
        <p:spPr>
          <a:xfrm>
            <a:off x="7998246" y="892553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40A041-2B20-6D48-6E80-5E55781564BC}"/>
              </a:ext>
            </a:extLst>
          </p:cNvPr>
          <p:cNvSpPr/>
          <p:nvPr/>
        </p:nvSpPr>
        <p:spPr>
          <a:xfrm>
            <a:off x="7998246" y="1369033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192324-EFB3-84E7-751D-0C46A8295A7D}"/>
              </a:ext>
            </a:extLst>
          </p:cNvPr>
          <p:cNvCxnSpPr>
            <a:cxnSpLocks/>
          </p:cNvCxnSpPr>
          <p:nvPr/>
        </p:nvCxnSpPr>
        <p:spPr>
          <a:xfrm flipV="1">
            <a:off x="3140497" y="1881657"/>
            <a:ext cx="4867388" cy="293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505D7D-4934-3AF9-5861-DF28BB58F007}"/>
              </a:ext>
            </a:extLst>
          </p:cNvPr>
          <p:cNvSpPr/>
          <p:nvPr/>
        </p:nvSpPr>
        <p:spPr>
          <a:xfrm>
            <a:off x="7993427" y="2823824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70CD390-6754-BF22-73DA-345E32488BBC}"/>
              </a:ext>
            </a:extLst>
          </p:cNvPr>
          <p:cNvSpPr/>
          <p:nvPr/>
        </p:nvSpPr>
        <p:spPr>
          <a:xfrm>
            <a:off x="7993427" y="3300304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9512ED1-226F-A3F5-7F4C-49EB62C101B8}"/>
              </a:ext>
            </a:extLst>
          </p:cNvPr>
          <p:cNvCxnSpPr>
            <a:cxnSpLocks/>
          </p:cNvCxnSpPr>
          <p:nvPr/>
        </p:nvCxnSpPr>
        <p:spPr>
          <a:xfrm flipV="1">
            <a:off x="6577772" y="3801571"/>
            <a:ext cx="1420474" cy="145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5634E8EF-D9EA-05D5-BA6C-00A7AC872CC0}"/>
              </a:ext>
            </a:extLst>
          </p:cNvPr>
          <p:cNvCxnSpPr>
            <a:stCxn id="42" idx="3"/>
            <a:endCxn id="27" idx="3"/>
          </p:cNvCxnSpPr>
          <p:nvPr/>
        </p:nvCxnSpPr>
        <p:spPr>
          <a:xfrm flipV="1">
            <a:off x="9194265" y="1143187"/>
            <a:ext cx="4819" cy="1931271"/>
          </a:xfrm>
          <a:prstGeom prst="bentConnector3">
            <a:avLst>
              <a:gd name="adj1" fmla="val 48437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9683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8EB44-D0E2-2033-3C39-3D41BB447F0F}"/>
              </a:ext>
            </a:extLst>
          </p:cNvPr>
          <p:cNvSpPr txBox="1"/>
          <p:nvPr/>
        </p:nvSpPr>
        <p:spPr>
          <a:xfrm>
            <a:off x="677537" y="247880"/>
            <a:ext cx="1608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라이브러리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1EE96-CE2C-A449-4D59-FCDEBABB8563}"/>
              </a:ext>
            </a:extLst>
          </p:cNvPr>
          <p:cNvSpPr/>
          <p:nvPr/>
        </p:nvSpPr>
        <p:spPr>
          <a:xfrm>
            <a:off x="1944478" y="342900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5232D-A0CC-3E40-BF61-2E030323470D}"/>
              </a:ext>
            </a:extLst>
          </p:cNvPr>
          <p:cNvSpPr/>
          <p:nvPr/>
        </p:nvSpPr>
        <p:spPr>
          <a:xfrm>
            <a:off x="1944478" y="390548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B13E6-913A-BA49-65AB-5473E630A914}"/>
              </a:ext>
            </a:extLst>
          </p:cNvPr>
          <p:cNvSpPr txBox="1"/>
          <p:nvPr/>
        </p:nvSpPr>
        <p:spPr>
          <a:xfrm>
            <a:off x="2029371" y="440674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main.o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9C7C-72E2-617B-D502-720D1CB17A8B}"/>
              </a:ext>
            </a:extLst>
          </p:cNvPr>
          <p:cNvSpPr txBox="1"/>
          <p:nvPr/>
        </p:nvSpPr>
        <p:spPr>
          <a:xfrm>
            <a:off x="1195555" y="346718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7618-CC3D-D231-163C-63C9B4921F8E}"/>
              </a:ext>
            </a:extLst>
          </p:cNvPr>
          <p:cNvSpPr txBox="1"/>
          <p:nvPr/>
        </p:nvSpPr>
        <p:spPr>
          <a:xfrm>
            <a:off x="1195555" y="396607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A029D-6126-0C31-289B-D8164D5D5E5C}"/>
              </a:ext>
            </a:extLst>
          </p:cNvPr>
          <p:cNvSpPr/>
          <p:nvPr/>
        </p:nvSpPr>
        <p:spPr>
          <a:xfrm>
            <a:off x="1944478" y="121461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5D1E9-CA92-008E-BBB1-24F082797594}"/>
              </a:ext>
            </a:extLst>
          </p:cNvPr>
          <p:cNvSpPr/>
          <p:nvPr/>
        </p:nvSpPr>
        <p:spPr>
          <a:xfrm>
            <a:off x="1944478" y="16910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AE54C-56F1-6CE5-E7A1-E8F66D2E92A2}"/>
              </a:ext>
            </a:extLst>
          </p:cNvPr>
          <p:cNvSpPr txBox="1"/>
          <p:nvPr/>
        </p:nvSpPr>
        <p:spPr>
          <a:xfrm>
            <a:off x="1766522" y="230196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libatoi.so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D5EB0-7E8A-5A96-1564-0A7ACF0D9CB1}"/>
              </a:ext>
            </a:extLst>
          </p:cNvPr>
          <p:cNvSpPr txBox="1"/>
          <p:nvPr/>
        </p:nvSpPr>
        <p:spPr>
          <a:xfrm>
            <a:off x="1195555" y="125279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84E179-ACFE-C4F9-1FA5-5DB95A621532}"/>
              </a:ext>
            </a:extLst>
          </p:cNvPr>
          <p:cNvSpPr txBox="1"/>
          <p:nvPr/>
        </p:nvSpPr>
        <p:spPr>
          <a:xfrm>
            <a:off x="1195555" y="17516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data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984B40A-DA30-2D47-30B1-22BCA07C2161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3145316" y="3225224"/>
            <a:ext cx="2242954" cy="454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E12441-A129-E410-69E5-9E57FB56396C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3145316" y="3701704"/>
            <a:ext cx="2242954" cy="454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F6B6E0-74B2-8544-DEBB-38C93EE8FAFB}"/>
              </a:ext>
            </a:extLst>
          </p:cNvPr>
          <p:cNvSpPr txBox="1"/>
          <p:nvPr/>
        </p:nvSpPr>
        <p:spPr>
          <a:xfrm>
            <a:off x="5552613" y="392404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aaa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0F8AF6-CE07-BE2F-9A15-9F0406488916}"/>
              </a:ext>
            </a:extLst>
          </p:cNvPr>
          <p:cNvSpPr/>
          <p:nvPr/>
        </p:nvSpPr>
        <p:spPr>
          <a:xfrm>
            <a:off x="7998246" y="187662"/>
            <a:ext cx="1200838" cy="57339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B405F21-29A7-1689-3222-8728B6808692}"/>
              </a:ext>
            </a:extLst>
          </p:cNvPr>
          <p:cNvCxnSpPr>
            <a:cxnSpLocks/>
          </p:cNvCxnSpPr>
          <p:nvPr/>
        </p:nvCxnSpPr>
        <p:spPr>
          <a:xfrm flipV="1">
            <a:off x="3145316" y="892553"/>
            <a:ext cx="4852930" cy="322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AAF0260-5915-B6F5-21A7-4D1D1461E795}"/>
              </a:ext>
            </a:extLst>
          </p:cNvPr>
          <p:cNvCxnSpPr>
            <a:cxnSpLocks/>
          </p:cNvCxnSpPr>
          <p:nvPr/>
        </p:nvCxnSpPr>
        <p:spPr>
          <a:xfrm flipV="1">
            <a:off x="6580893" y="2823824"/>
            <a:ext cx="1407715" cy="169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1567108-6339-02F8-18CA-27A96F00E49E}"/>
              </a:ext>
            </a:extLst>
          </p:cNvPr>
          <p:cNvCxnSpPr>
            <a:cxnSpLocks/>
          </p:cNvCxnSpPr>
          <p:nvPr/>
        </p:nvCxnSpPr>
        <p:spPr>
          <a:xfrm flipV="1">
            <a:off x="3145316" y="1390033"/>
            <a:ext cx="4862569" cy="308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C4C1536-5BEE-86B1-95A7-6E76B5151163}"/>
              </a:ext>
            </a:extLst>
          </p:cNvPr>
          <p:cNvCxnSpPr>
            <a:cxnSpLocks/>
          </p:cNvCxnSpPr>
          <p:nvPr/>
        </p:nvCxnSpPr>
        <p:spPr>
          <a:xfrm flipV="1">
            <a:off x="6580893" y="3300304"/>
            <a:ext cx="1426992" cy="150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F68628-16F5-D31A-F41F-77842870AA27}"/>
              </a:ext>
            </a:extLst>
          </p:cNvPr>
          <p:cNvSpPr/>
          <p:nvPr/>
        </p:nvSpPr>
        <p:spPr>
          <a:xfrm>
            <a:off x="5388270" y="297459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B8823A-38C9-A64F-EC7B-885290AFA4B8}"/>
              </a:ext>
            </a:extLst>
          </p:cNvPr>
          <p:cNvSpPr/>
          <p:nvPr/>
        </p:nvSpPr>
        <p:spPr>
          <a:xfrm>
            <a:off x="5388270" y="345107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DE58BA-05F8-8F31-198B-180D32864B96}"/>
              </a:ext>
            </a:extLst>
          </p:cNvPr>
          <p:cNvSpPr/>
          <p:nvPr/>
        </p:nvSpPr>
        <p:spPr>
          <a:xfrm>
            <a:off x="7998246" y="892553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40A041-2B20-6D48-6E80-5E55781564BC}"/>
              </a:ext>
            </a:extLst>
          </p:cNvPr>
          <p:cNvSpPr/>
          <p:nvPr/>
        </p:nvSpPr>
        <p:spPr>
          <a:xfrm>
            <a:off x="7998246" y="1369033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192324-EFB3-84E7-751D-0C46A8295A7D}"/>
              </a:ext>
            </a:extLst>
          </p:cNvPr>
          <p:cNvCxnSpPr>
            <a:cxnSpLocks/>
          </p:cNvCxnSpPr>
          <p:nvPr/>
        </p:nvCxnSpPr>
        <p:spPr>
          <a:xfrm flipV="1">
            <a:off x="3140497" y="1881657"/>
            <a:ext cx="4867388" cy="293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505D7D-4934-3AF9-5861-DF28BB58F007}"/>
              </a:ext>
            </a:extLst>
          </p:cNvPr>
          <p:cNvSpPr/>
          <p:nvPr/>
        </p:nvSpPr>
        <p:spPr>
          <a:xfrm>
            <a:off x="7993427" y="2823824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70CD390-6754-BF22-73DA-345E32488BBC}"/>
              </a:ext>
            </a:extLst>
          </p:cNvPr>
          <p:cNvSpPr/>
          <p:nvPr/>
        </p:nvSpPr>
        <p:spPr>
          <a:xfrm>
            <a:off x="7993427" y="3300304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9512ED1-226F-A3F5-7F4C-49EB62C101B8}"/>
              </a:ext>
            </a:extLst>
          </p:cNvPr>
          <p:cNvCxnSpPr>
            <a:cxnSpLocks/>
          </p:cNvCxnSpPr>
          <p:nvPr/>
        </p:nvCxnSpPr>
        <p:spPr>
          <a:xfrm flipV="1">
            <a:off x="6577772" y="3801571"/>
            <a:ext cx="1420474" cy="145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5634E8EF-D9EA-05D5-BA6C-00A7AC872CC0}"/>
              </a:ext>
            </a:extLst>
          </p:cNvPr>
          <p:cNvCxnSpPr>
            <a:cxnSpLocks/>
            <a:stCxn id="42" idx="3"/>
            <a:endCxn id="27" idx="3"/>
          </p:cNvCxnSpPr>
          <p:nvPr/>
        </p:nvCxnSpPr>
        <p:spPr>
          <a:xfrm flipV="1">
            <a:off x="9194265" y="1143187"/>
            <a:ext cx="4819" cy="1931271"/>
          </a:xfrm>
          <a:prstGeom prst="bentConnector3">
            <a:avLst>
              <a:gd name="adj1" fmla="val 48437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E267F6-AD1A-4FF5-EE80-81B4505EC78C}"/>
              </a:ext>
            </a:extLst>
          </p:cNvPr>
          <p:cNvSpPr txBox="1"/>
          <p:nvPr/>
        </p:nvSpPr>
        <p:spPr>
          <a:xfrm>
            <a:off x="5552613" y="567942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bbb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DE2A26-9EFC-349E-FD4B-CB3A34A68AAC}"/>
              </a:ext>
            </a:extLst>
          </p:cNvPr>
          <p:cNvSpPr/>
          <p:nvPr/>
        </p:nvSpPr>
        <p:spPr>
          <a:xfrm>
            <a:off x="5388270" y="4729967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0C1AF2-5018-53D5-77AE-A4603C3D7865}"/>
              </a:ext>
            </a:extLst>
          </p:cNvPr>
          <p:cNvSpPr/>
          <p:nvPr/>
        </p:nvSpPr>
        <p:spPr>
          <a:xfrm>
            <a:off x="5388270" y="5206447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6A621-2289-E2A0-CA62-E5D33B8B382D}"/>
              </a:ext>
            </a:extLst>
          </p:cNvPr>
          <p:cNvSpPr/>
          <p:nvPr/>
        </p:nvSpPr>
        <p:spPr>
          <a:xfrm>
            <a:off x="8007885" y="467635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9BF9B4-1226-3696-D807-C1FB69E8CFCD}"/>
              </a:ext>
            </a:extLst>
          </p:cNvPr>
          <p:cNvSpPr/>
          <p:nvPr/>
        </p:nvSpPr>
        <p:spPr>
          <a:xfrm>
            <a:off x="8007885" y="5152830"/>
            <a:ext cx="1200838" cy="5012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B0FC5FD-60D9-6116-9E8C-298AD2351531}"/>
              </a:ext>
            </a:extLst>
          </p:cNvPr>
          <p:cNvCxnSpPr>
            <a:cxnSpLocks/>
            <a:stCxn id="22" idx="3"/>
            <a:endCxn id="27" idx="3"/>
          </p:cNvCxnSpPr>
          <p:nvPr/>
        </p:nvCxnSpPr>
        <p:spPr>
          <a:xfrm flipH="1" flipV="1">
            <a:off x="9199084" y="1143187"/>
            <a:ext cx="9639" cy="3783797"/>
          </a:xfrm>
          <a:prstGeom prst="bentConnector3">
            <a:avLst>
              <a:gd name="adj1" fmla="val -63719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1018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7085" y="347030"/>
            <a:ext cx="413446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item[4] = {0,};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item[0] = 1;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item[3] = 1;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for(i=0; i&lt;4; i++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if( item[i] == 1 )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item[0] = 0;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996298-E12A-9AF2-6E1C-FB7BD4AF4541}"/>
              </a:ext>
            </a:extLst>
          </p:cNvPr>
          <p:cNvSpPr/>
          <p:nvPr/>
        </p:nvSpPr>
        <p:spPr>
          <a:xfrm>
            <a:off x="5894024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01959F-D8AC-DB51-42E9-40FE5E8754EB}"/>
              </a:ext>
            </a:extLst>
          </p:cNvPr>
          <p:cNvSpPr/>
          <p:nvPr/>
        </p:nvSpPr>
        <p:spPr>
          <a:xfrm>
            <a:off x="6422833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10ABE-DC2B-0B31-65E9-39AFA11D706C}"/>
              </a:ext>
            </a:extLst>
          </p:cNvPr>
          <p:cNvSpPr/>
          <p:nvPr/>
        </p:nvSpPr>
        <p:spPr>
          <a:xfrm>
            <a:off x="6951642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D69FB7-45E6-CD67-173D-1862F2D94B2D}"/>
              </a:ext>
            </a:extLst>
          </p:cNvPr>
          <p:cNvSpPr/>
          <p:nvPr/>
        </p:nvSpPr>
        <p:spPr>
          <a:xfrm>
            <a:off x="7480451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CAB106-19B9-E7D2-92D9-10929CF000FA}"/>
              </a:ext>
            </a:extLst>
          </p:cNvPr>
          <p:cNvSpPr/>
          <p:nvPr/>
        </p:nvSpPr>
        <p:spPr>
          <a:xfrm>
            <a:off x="5894024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27C0D-5CFF-837F-91A5-F2C6F11CC9F4}"/>
              </a:ext>
            </a:extLst>
          </p:cNvPr>
          <p:cNvSpPr/>
          <p:nvPr/>
        </p:nvSpPr>
        <p:spPr>
          <a:xfrm>
            <a:off x="6422833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6C542-B2EF-D463-BD68-7D33517C9AAA}"/>
              </a:ext>
            </a:extLst>
          </p:cNvPr>
          <p:cNvSpPr/>
          <p:nvPr/>
        </p:nvSpPr>
        <p:spPr>
          <a:xfrm>
            <a:off x="6951642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89C489-5464-B1DF-B31A-4EB63DFD4B7D}"/>
              </a:ext>
            </a:extLst>
          </p:cNvPr>
          <p:cNvSpPr/>
          <p:nvPr/>
        </p:nvSpPr>
        <p:spPr>
          <a:xfrm>
            <a:off x="7480451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628D75-EE64-D08C-28B3-76480F175C0E}"/>
              </a:ext>
            </a:extLst>
          </p:cNvPr>
          <p:cNvSpPr/>
          <p:nvPr/>
        </p:nvSpPr>
        <p:spPr>
          <a:xfrm>
            <a:off x="5892964" y="1977526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275B3E-F8B0-3801-F2B4-29E9650B9C40}"/>
              </a:ext>
            </a:extLst>
          </p:cNvPr>
          <p:cNvSpPr/>
          <p:nvPr/>
        </p:nvSpPr>
        <p:spPr>
          <a:xfrm>
            <a:off x="6422833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786AD-5461-C296-659D-06DF461E1F82}"/>
              </a:ext>
            </a:extLst>
          </p:cNvPr>
          <p:cNvSpPr/>
          <p:nvPr/>
        </p:nvSpPr>
        <p:spPr>
          <a:xfrm>
            <a:off x="6951642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BFDC4C-8907-4227-4DCB-C668CB7FD4CF}"/>
              </a:ext>
            </a:extLst>
          </p:cNvPr>
          <p:cNvSpPr/>
          <p:nvPr/>
        </p:nvSpPr>
        <p:spPr>
          <a:xfrm>
            <a:off x="7480451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E4A6F-2217-0D99-67FD-FD5C84B41296}"/>
              </a:ext>
            </a:extLst>
          </p:cNvPr>
          <p:cNvSpPr/>
          <p:nvPr/>
        </p:nvSpPr>
        <p:spPr>
          <a:xfrm>
            <a:off x="5892964" y="280379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55C9C-2D62-8D37-4CD7-4C6E2B76E670}"/>
              </a:ext>
            </a:extLst>
          </p:cNvPr>
          <p:cNvSpPr/>
          <p:nvPr/>
        </p:nvSpPr>
        <p:spPr>
          <a:xfrm>
            <a:off x="6422833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420DF4-41A8-8835-00BF-5256BD8D2E5F}"/>
              </a:ext>
            </a:extLst>
          </p:cNvPr>
          <p:cNvSpPr/>
          <p:nvPr/>
        </p:nvSpPr>
        <p:spPr>
          <a:xfrm>
            <a:off x="6951642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47AE1-A2D9-7A8D-0FA5-5B7A4CEBC3EA}"/>
              </a:ext>
            </a:extLst>
          </p:cNvPr>
          <p:cNvSpPr/>
          <p:nvPr/>
        </p:nvSpPr>
        <p:spPr>
          <a:xfrm>
            <a:off x="7480451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775FCF-E7F6-2CC7-70F1-F79763E65EFA}"/>
              </a:ext>
            </a:extLst>
          </p:cNvPr>
          <p:cNvSpPr/>
          <p:nvPr/>
        </p:nvSpPr>
        <p:spPr>
          <a:xfrm>
            <a:off x="5875378" y="3795308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79B32-5BF0-C1AE-4DF6-B10EBBC074A5}"/>
              </a:ext>
            </a:extLst>
          </p:cNvPr>
          <p:cNvSpPr/>
          <p:nvPr/>
        </p:nvSpPr>
        <p:spPr>
          <a:xfrm>
            <a:off x="6405247" y="37953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EF2C3-CEE1-891F-091D-7252FD3E763D}"/>
              </a:ext>
            </a:extLst>
          </p:cNvPr>
          <p:cNvSpPr/>
          <p:nvPr/>
        </p:nvSpPr>
        <p:spPr>
          <a:xfrm>
            <a:off x="6934056" y="37953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9464F7-6E41-E4B9-297D-2FB3577C94CA}"/>
              </a:ext>
            </a:extLst>
          </p:cNvPr>
          <p:cNvSpPr/>
          <p:nvPr/>
        </p:nvSpPr>
        <p:spPr>
          <a:xfrm>
            <a:off x="7462865" y="37953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868579" y="424150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7665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7085" y="347030"/>
            <a:ext cx="413446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item = 0;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 = item | 8;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for(i=0; i&lt;4; i++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if( item &amp; (1&lt;&lt;i)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item[0] = 0;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996298-E12A-9AF2-6E1C-FB7BD4AF4541}"/>
              </a:ext>
            </a:extLst>
          </p:cNvPr>
          <p:cNvSpPr/>
          <p:nvPr/>
        </p:nvSpPr>
        <p:spPr>
          <a:xfrm>
            <a:off x="5894024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01959F-D8AC-DB51-42E9-40FE5E8754EB}"/>
              </a:ext>
            </a:extLst>
          </p:cNvPr>
          <p:cNvSpPr/>
          <p:nvPr/>
        </p:nvSpPr>
        <p:spPr>
          <a:xfrm>
            <a:off x="6422833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10ABE-DC2B-0B31-65E9-39AFA11D706C}"/>
              </a:ext>
            </a:extLst>
          </p:cNvPr>
          <p:cNvSpPr/>
          <p:nvPr/>
        </p:nvSpPr>
        <p:spPr>
          <a:xfrm>
            <a:off x="6951642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D69FB7-45E6-CD67-173D-1862F2D94B2D}"/>
              </a:ext>
            </a:extLst>
          </p:cNvPr>
          <p:cNvSpPr/>
          <p:nvPr/>
        </p:nvSpPr>
        <p:spPr>
          <a:xfrm>
            <a:off x="7480451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CAB106-19B9-E7D2-92D9-10929CF000FA}"/>
              </a:ext>
            </a:extLst>
          </p:cNvPr>
          <p:cNvSpPr/>
          <p:nvPr/>
        </p:nvSpPr>
        <p:spPr>
          <a:xfrm>
            <a:off x="5894024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27C0D-5CFF-837F-91A5-F2C6F11CC9F4}"/>
              </a:ext>
            </a:extLst>
          </p:cNvPr>
          <p:cNvSpPr/>
          <p:nvPr/>
        </p:nvSpPr>
        <p:spPr>
          <a:xfrm>
            <a:off x="6422833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6C542-B2EF-D463-BD68-7D33517C9AAA}"/>
              </a:ext>
            </a:extLst>
          </p:cNvPr>
          <p:cNvSpPr/>
          <p:nvPr/>
        </p:nvSpPr>
        <p:spPr>
          <a:xfrm>
            <a:off x="6951642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89C489-5464-B1DF-B31A-4EB63DFD4B7D}"/>
              </a:ext>
            </a:extLst>
          </p:cNvPr>
          <p:cNvSpPr/>
          <p:nvPr/>
        </p:nvSpPr>
        <p:spPr>
          <a:xfrm>
            <a:off x="7480451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628D75-EE64-D08C-28B3-76480F175C0E}"/>
              </a:ext>
            </a:extLst>
          </p:cNvPr>
          <p:cNvSpPr/>
          <p:nvPr/>
        </p:nvSpPr>
        <p:spPr>
          <a:xfrm>
            <a:off x="5892964" y="1977526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275B3E-F8B0-3801-F2B4-29E9650B9C40}"/>
              </a:ext>
            </a:extLst>
          </p:cNvPr>
          <p:cNvSpPr/>
          <p:nvPr/>
        </p:nvSpPr>
        <p:spPr>
          <a:xfrm>
            <a:off x="6422833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786AD-5461-C296-659D-06DF461E1F82}"/>
              </a:ext>
            </a:extLst>
          </p:cNvPr>
          <p:cNvSpPr/>
          <p:nvPr/>
        </p:nvSpPr>
        <p:spPr>
          <a:xfrm>
            <a:off x="6951642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BFDC4C-8907-4227-4DCB-C668CB7FD4CF}"/>
              </a:ext>
            </a:extLst>
          </p:cNvPr>
          <p:cNvSpPr/>
          <p:nvPr/>
        </p:nvSpPr>
        <p:spPr>
          <a:xfrm>
            <a:off x="7480451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E4A6F-2217-0D99-67FD-FD5C84B41296}"/>
              </a:ext>
            </a:extLst>
          </p:cNvPr>
          <p:cNvSpPr/>
          <p:nvPr/>
        </p:nvSpPr>
        <p:spPr>
          <a:xfrm>
            <a:off x="5892964" y="280379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55C9C-2D62-8D37-4CD7-4C6E2B76E670}"/>
              </a:ext>
            </a:extLst>
          </p:cNvPr>
          <p:cNvSpPr/>
          <p:nvPr/>
        </p:nvSpPr>
        <p:spPr>
          <a:xfrm>
            <a:off x="6422833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420DF4-41A8-8835-00BF-5256BD8D2E5F}"/>
              </a:ext>
            </a:extLst>
          </p:cNvPr>
          <p:cNvSpPr/>
          <p:nvPr/>
        </p:nvSpPr>
        <p:spPr>
          <a:xfrm>
            <a:off x="6951642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47AE1-A2D9-7A8D-0FA5-5B7A4CEBC3EA}"/>
              </a:ext>
            </a:extLst>
          </p:cNvPr>
          <p:cNvSpPr/>
          <p:nvPr/>
        </p:nvSpPr>
        <p:spPr>
          <a:xfrm>
            <a:off x="7480451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775FCF-E7F6-2CC7-70F1-F79763E65EFA}"/>
              </a:ext>
            </a:extLst>
          </p:cNvPr>
          <p:cNvSpPr/>
          <p:nvPr/>
        </p:nvSpPr>
        <p:spPr>
          <a:xfrm>
            <a:off x="5892964" y="3429000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79B32-5BF0-C1AE-4DF6-B10EBBC074A5}"/>
              </a:ext>
            </a:extLst>
          </p:cNvPr>
          <p:cNvSpPr/>
          <p:nvPr/>
        </p:nvSpPr>
        <p:spPr>
          <a:xfrm>
            <a:off x="6422833" y="342900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EF2C3-CEE1-891F-091D-7252FD3E763D}"/>
              </a:ext>
            </a:extLst>
          </p:cNvPr>
          <p:cNvSpPr/>
          <p:nvPr/>
        </p:nvSpPr>
        <p:spPr>
          <a:xfrm>
            <a:off x="6951642" y="342900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9464F7-6E41-E4B9-297D-2FB3577C94CA}"/>
              </a:ext>
            </a:extLst>
          </p:cNvPr>
          <p:cNvSpPr/>
          <p:nvPr/>
        </p:nvSpPr>
        <p:spPr>
          <a:xfrm>
            <a:off x="7480451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868579" y="424150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B8D578-5B8F-C8BE-74FE-2FEF00551D39}"/>
              </a:ext>
            </a:extLst>
          </p:cNvPr>
          <p:cNvCxnSpPr/>
          <p:nvPr/>
        </p:nvCxnSpPr>
        <p:spPr>
          <a:xfrm>
            <a:off x="5199961" y="4164376"/>
            <a:ext cx="37953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E3A72A-E623-5BDC-466D-D8A785286CAC}"/>
              </a:ext>
            </a:extLst>
          </p:cNvPr>
          <p:cNvSpPr txBox="1"/>
          <p:nvPr/>
        </p:nvSpPr>
        <p:spPr>
          <a:xfrm>
            <a:off x="5442333" y="354192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D4F3FF-C90B-02F4-FD6C-9A5CBCB8E181}"/>
              </a:ext>
            </a:extLst>
          </p:cNvPr>
          <p:cNvSpPr/>
          <p:nvPr/>
        </p:nvSpPr>
        <p:spPr>
          <a:xfrm>
            <a:off x="5897412" y="430484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CE2073-79EF-1C2C-E341-61EA7EA6F037}"/>
              </a:ext>
            </a:extLst>
          </p:cNvPr>
          <p:cNvSpPr/>
          <p:nvPr/>
        </p:nvSpPr>
        <p:spPr>
          <a:xfrm>
            <a:off x="6427281" y="4304842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1DC5F5-A55E-D5F8-3848-E6948928703B}"/>
              </a:ext>
            </a:extLst>
          </p:cNvPr>
          <p:cNvSpPr/>
          <p:nvPr/>
        </p:nvSpPr>
        <p:spPr>
          <a:xfrm>
            <a:off x="6956090" y="4304842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E6DDAE-C1EF-9699-104D-F419A1556ED8}"/>
              </a:ext>
            </a:extLst>
          </p:cNvPr>
          <p:cNvSpPr/>
          <p:nvPr/>
        </p:nvSpPr>
        <p:spPr>
          <a:xfrm>
            <a:off x="7484899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759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413446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item = 0;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 = item | 8;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for(i=0; i&lt;4; i++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if( item &amp; (1&lt;&lt;i)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&amp; ~8;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996298-E12A-9AF2-6E1C-FB7BD4AF4541}"/>
              </a:ext>
            </a:extLst>
          </p:cNvPr>
          <p:cNvSpPr/>
          <p:nvPr/>
        </p:nvSpPr>
        <p:spPr>
          <a:xfrm>
            <a:off x="5894024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01959F-D8AC-DB51-42E9-40FE5E8754EB}"/>
              </a:ext>
            </a:extLst>
          </p:cNvPr>
          <p:cNvSpPr/>
          <p:nvPr/>
        </p:nvSpPr>
        <p:spPr>
          <a:xfrm>
            <a:off x="6422833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10ABE-DC2B-0B31-65E9-39AFA11D706C}"/>
              </a:ext>
            </a:extLst>
          </p:cNvPr>
          <p:cNvSpPr/>
          <p:nvPr/>
        </p:nvSpPr>
        <p:spPr>
          <a:xfrm>
            <a:off x="6951642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D69FB7-45E6-CD67-173D-1862F2D94B2D}"/>
              </a:ext>
            </a:extLst>
          </p:cNvPr>
          <p:cNvSpPr/>
          <p:nvPr/>
        </p:nvSpPr>
        <p:spPr>
          <a:xfrm>
            <a:off x="7480451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CAB106-19B9-E7D2-92D9-10929CF000FA}"/>
              </a:ext>
            </a:extLst>
          </p:cNvPr>
          <p:cNvSpPr/>
          <p:nvPr/>
        </p:nvSpPr>
        <p:spPr>
          <a:xfrm>
            <a:off x="5894024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27C0D-5CFF-837F-91A5-F2C6F11CC9F4}"/>
              </a:ext>
            </a:extLst>
          </p:cNvPr>
          <p:cNvSpPr/>
          <p:nvPr/>
        </p:nvSpPr>
        <p:spPr>
          <a:xfrm>
            <a:off x="6422833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6C542-B2EF-D463-BD68-7D33517C9AAA}"/>
              </a:ext>
            </a:extLst>
          </p:cNvPr>
          <p:cNvSpPr/>
          <p:nvPr/>
        </p:nvSpPr>
        <p:spPr>
          <a:xfrm>
            <a:off x="6951642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89C489-5464-B1DF-B31A-4EB63DFD4B7D}"/>
              </a:ext>
            </a:extLst>
          </p:cNvPr>
          <p:cNvSpPr/>
          <p:nvPr/>
        </p:nvSpPr>
        <p:spPr>
          <a:xfrm>
            <a:off x="7480451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628D75-EE64-D08C-28B3-76480F175C0E}"/>
              </a:ext>
            </a:extLst>
          </p:cNvPr>
          <p:cNvSpPr/>
          <p:nvPr/>
        </p:nvSpPr>
        <p:spPr>
          <a:xfrm>
            <a:off x="5892964" y="1977526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275B3E-F8B0-3801-F2B4-29E9650B9C40}"/>
              </a:ext>
            </a:extLst>
          </p:cNvPr>
          <p:cNvSpPr/>
          <p:nvPr/>
        </p:nvSpPr>
        <p:spPr>
          <a:xfrm>
            <a:off x="6422833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786AD-5461-C296-659D-06DF461E1F82}"/>
              </a:ext>
            </a:extLst>
          </p:cNvPr>
          <p:cNvSpPr/>
          <p:nvPr/>
        </p:nvSpPr>
        <p:spPr>
          <a:xfrm>
            <a:off x="6951642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BFDC4C-8907-4227-4DCB-C668CB7FD4CF}"/>
              </a:ext>
            </a:extLst>
          </p:cNvPr>
          <p:cNvSpPr/>
          <p:nvPr/>
        </p:nvSpPr>
        <p:spPr>
          <a:xfrm>
            <a:off x="7480451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E4A6F-2217-0D99-67FD-FD5C84B41296}"/>
              </a:ext>
            </a:extLst>
          </p:cNvPr>
          <p:cNvSpPr/>
          <p:nvPr/>
        </p:nvSpPr>
        <p:spPr>
          <a:xfrm>
            <a:off x="5892964" y="280379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55C9C-2D62-8D37-4CD7-4C6E2B76E670}"/>
              </a:ext>
            </a:extLst>
          </p:cNvPr>
          <p:cNvSpPr/>
          <p:nvPr/>
        </p:nvSpPr>
        <p:spPr>
          <a:xfrm>
            <a:off x="6422833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420DF4-41A8-8835-00BF-5256BD8D2E5F}"/>
              </a:ext>
            </a:extLst>
          </p:cNvPr>
          <p:cNvSpPr/>
          <p:nvPr/>
        </p:nvSpPr>
        <p:spPr>
          <a:xfrm>
            <a:off x="6951642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47AE1-A2D9-7A8D-0FA5-5B7A4CEBC3EA}"/>
              </a:ext>
            </a:extLst>
          </p:cNvPr>
          <p:cNvSpPr/>
          <p:nvPr/>
        </p:nvSpPr>
        <p:spPr>
          <a:xfrm>
            <a:off x="7480451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775FCF-E7F6-2CC7-70F1-F79763E65EFA}"/>
              </a:ext>
            </a:extLst>
          </p:cNvPr>
          <p:cNvSpPr/>
          <p:nvPr/>
        </p:nvSpPr>
        <p:spPr>
          <a:xfrm>
            <a:off x="5892964" y="3429000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79B32-5BF0-C1AE-4DF6-B10EBBC074A5}"/>
              </a:ext>
            </a:extLst>
          </p:cNvPr>
          <p:cNvSpPr/>
          <p:nvPr/>
        </p:nvSpPr>
        <p:spPr>
          <a:xfrm>
            <a:off x="6422833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EF2C3-CEE1-891F-091D-7252FD3E763D}"/>
              </a:ext>
            </a:extLst>
          </p:cNvPr>
          <p:cNvSpPr/>
          <p:nvPr/>
        </p:nvSpPr>
        <p:spPr>
          <a:xfrm>
            <a:off x="6951642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9464F7-6E41-E4B9-297D-2FB3577C94CA}"/>
              </a:ext>
            </a:extLst>
          </p:cNvPr>
          <p:cNvSpPr/>
          <p:nvPr/>
        </p:nvSpPr>
        <p:spPr>
          <a:xfrm>
            <a:off x="7480451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868579" y="424150"/>
            <a:ext cx="3198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B8D578-5B8F-C8BE-74FE-2FEF00551D39}"/>
              </a:ext>
            </a:extLst>
          </p:cNvPr>
          <p:cNvCxnSpPr/>
          <p:nvPr/>
        </p:nvCxnSpPr>
        <p:spPr>
          <a:xfrm>
            <a:off x="5199961" y="4164376"/>
            <a:ext cx="37953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E3A72A-E623-5BDC-466D-D8A785286CAC}"/>
              </a:ext>
            </a:extLst>
          </p:cNvPr>
          <p:cNvSpPr txBox="1"/>
          <p:nvPr/>
        </p:nvSpPr>
        <p:spPr>
          <a:xfrm>
            <a:off x="5442333" y="354192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D4F3FF-C90B-02F4-FD6C-9A5CBCB8E181}"/>
              </a:ext>
            </a:extLst>
          </p:cNvPr>
          <p:cNvSpPr/>
          <p:nvPr/>
        </p:nvSpPr>
        <p:spPr>
          <a:xfrm>
            <a:off x="5897412" y="430484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CE2073-79EF-1C2C-E341-61EA7EA6F037}"/>
              </a:ext>
            </a:extLst>
          </p:cNvPr>
          <p:cNvSpPr/>
          <p:nvPr/>
        </p:nvSpPr>
        <p:spPr>
          <a:xfrm>
            <a:off x="6427281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1DC5F5-A55E-D5F8-3848-E6948928703B}"/>
              </a:ext>
            </a:extLst>
          </p:cNvPr>
          <p:cNvSpPr/>
          <p:nvPr/>
        </p:nvSpPr>
        <p:spPr>
          <a:xfrm>
            <a:off x="6956090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E6DDAE-C1EF-9699-104D-F419A1556ED8}"/>
              </a:ext>
            </a:extLst>
          </p:cNvPr>
          <p:cNvSpPr/>
          <p:nvPr/>
        </p:nvSpPr>
        <p:spPr>
          <a:xfrm>
            <a:off x="7484899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584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413446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item = 0;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 = item | 8;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for(i=0; i&lt;4; i++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if( item &amp; (1&lt;&lt;i)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&amp; ~8;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996298-E12A-9AF2-6E1C-FB7BD4AF4541}"/>
              </a:ext>
            </a:extLst>
          </p:cNvPr>
          <p:cNvSpPr/>
          <p:nvPr/>
        </p:nvSpPr>
        <p:spPr>
          <a:xfrm>
            <a:off x="5894024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01959F-D8AC-DB51-42E9-40FE5E8754EB}"/>
              </a:ext>
            </a:extLst>
          </p:cNvPr>
          <p:cNvSpPr/>
          <p:nvPr/>
        </p:nvSpPr>
        <p:spPr>
          <a:xfrm>
            <a:off x="6422833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10ABE-DC2B-0B31-65E9-39AFA11D706C}"/>
              </a:ext>
            </a:extLst>
          </p:cNvPr>
          <p:cNvSpPr/>
          <p:nvPr/>
        </p:nvSpPr>
        <p:spPr>
          <a:xfrm>
            <a:off x="6951642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D69FB7-45E6-CD67-173D-1862F2D94B2D}"/>
              </a:ext>
            </a:extLst>
          </p:cNvPr>
          <p:cNvSpPr/>
          <p:nvPr/>
        </p:nvSpPr>
        <p:spPr>
          <a:xfrm>
            <a:off x="7480451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CAB106-19B9-E7D2-92D9-10929CF000FA}"/>
              </a:ext>
            </a:extLst>
          </p:cNvPr>
          <p:cNvSpPr/>
          <p:nvPr/>
        </p:nvSpPr>
        <p:spPr>
          <a:xfrm>
            <a:off x="5894024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27C0D-5CFF-837F-91A5-F2C6F11CC9F4}"/>
              </a:ext>
            </a:extLst>
          </p:cNvPr>
          <p:cNvSpPr/>
          <p:nvPr/>
        </p:nvSpPr>
        <p:spPr>
          <a:xfrm>
            <a:off x="6422833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6C542-B2EF-D463-BD68-7D33517C9AAA}"/>
              </a:ext>
            </a:extLst>
          </p:cNvPr>
          <p:cNvSpPr/>
          <p:nvPr/>
        </p:nvSpPr>
        <p:spPr>
          <a:xfrm>
            <a:off x="6951642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89C489-5464-B1DF-B31A-4EB63DFD4B7D}"/>
              </a:ext>
            </a:extLst>
          </p:cNvPr>
          <p:cNvSpPr/>
          <p:nvPr/>
        </p:nvSpPr>
        <p:spPr>
          <a:xfrm>
            <a:off x="7480451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628D75-EE64-D08C-28B3-76480F175C0E}"/>
              </a:ext>
            </a:extLst>
          </p:cNvPr>
          <p:cNvSpPr/>
          <p:nvPr/>
        </p:nvSpPr>
        <p:spPr>
          <a:xfrm>
            <a:off x="5892964" y="1977526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275B3E-F8B0-3801-F2B4-29E9650B9C40}"/>
              </a:ext>
            </a:extLst>
          </p:cNvPr>
          <p:cNvSpPr/>
          <p:nvPr/>
        </p:nvSpPr>
        <p:spPr>
          <a:xfrm>
            <a:off x="6422833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786AD-5461-C296-659D-06DF461E1F82}"/>
              </a:ext>
            </a:extLst>
          </p:cNvPr>
          <p:cNvSpPr/>
          <p:nvPr/>
        </p:nvSpPr>
        <p:spPr>
          <a:xfrm>
            <a:off x="6951642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BFDC4C-8907-4227-4DCB-C668CB7FD4CF}"/>
              </a:ext>
            </a:extLst>
          </p:cNvPr>
          <p:cNvSpPr/>
          <p:nvPr/>
        </p:nvSpPr>
        <p:spPr>
          <a:xfrm>
            <a:off x="7480451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E4A6F-2217-0D99-67FD-FD5C84B41296}"/>
              </a:ext>
            </a:extLst>
          </p:cNvPr>
          <p:cNvSpPr/>
          <p:nvPr/>
        </p:nvSpPr>
        <p:spPr>
          <a:xfrm>
            <a:off x="5892964" y="280379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55C9C-2D62-8D37-4CD7-4C6E2B76E670}"/>
              </a:ext>
            </a:extLst>
          </p:cNvPr>
          <p:cNvSpPr/>
          <p:nvPr/>
        </p:nvSpPr>
        <p:spPr>
          <a:xfrm>
            <a:off x="6422833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420DF4-41A8-8835-00BF-5256BD8D2E5F}"/>
              </a:ext>
            </a:extLst>
          </p:cNvPr>
          <p:cNvSpPr/>
          <p:nvPr/>
        </p:nvSpPr>
        <p:spPr>
          <a:xfrm>
            <a:off x="6951642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47AE1-A2D9-7A8D-0FA5-5B7A4CEBC3EA}"/>
              </a:ext>
            </a:extLst>
          </p:cNvPr>
          <p:cNvSpPr/>
          <p:nvPr/>
        </p:nvSpPr>
        <p:spPr>
          <a:xfrm>
            <a:off x="7480451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775FCF-E7F6-2CC7-70F1-F79763E65EFA}"/>
              </a:ext>
            </a:extLst>
          </p:cNvPr>
          <p:cNvSpPr/>
          <p:nvPr/>
        </p:nvSpPr>
        <p:spPr>
          <a:xfrm>
            <a:off x="5892964" y="3429000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79B32-5BF0-C1AE-4DF6-B10EBBC074A5}"/>
              </a:ext>
            </a:extLst>
          </p:cNvPr>
          <p:cNvSpPr/>
          <p:nvPr/>
        </p:nvSpPr>
        <p:spPr>
          <a:xfrm>
            <a:off x="6422833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EF2C3-CEE1-891F-091D-7252FD3E763D}"/>
              </a:ext>
            </a:extLst>
          </p:cNvPr>
          <p:cNvSpPr/>
          <p:nvPr/>
        </p:nvSpPr>
        <p:spPr>
          <a:xfrm>
            <a:off x="6951642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9464F7-6E41-E4B9-297D-2FB3577C94CA}"/>
              </a:ext>
            </a:extLst>
          </p:cNvPr>
          <p:cNvSpPr/>
          <p:nvPr/>
        </p:nvSpPr>
        <p:spPr>
          <a:xfrm>
            <a:off x="7480451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868579" y="424150"/>
            <a:ext cx="31983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B8D578-5B8F-C8BE-74FE-2FEF00551D39}"/>
              </a:ext>
            </a:extLst>
          </p:cNvPr>
          <p:cNvCxnSpPr/>
          <p:nvPr/>
        </p:nvCxnSpPr>
        <p:spPr>
          <a:xfrm>
            <a:off x="5199961" y="4164376"/>
            <a:ext cx="37953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E3A72A-E623-5BDC-466D-D8A785286CAC}"/>
              </a:ext>
            </a:extLst>
          </p:cNvPr>
          <p:cNvSpPr txBox="1"/>
          <p:nvPr/>
        </p:nvSpPr>
        <p:spPr>
          <a:xfrm>
            <a:off x="5442333" y="354192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D4F3FF-C90B-02F4-FD6C-9A5CBCB8E181}"/>
              </a:ext>
            </a:extLst>
          </p:cNvPr>
          <p:cNvSpPr/>
          <p:nvPr/>
        </p:nvSpPr>
        <p:spPr>
          <a:xfrm>
            <a:off x="5897412" y="430484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CE2073-79EF-1C2C-E341-61EA7EA6F037}"/>
              </a:ext>
            </a:extLst>
          </p:cNvPr>
          <p:cNvSpPr/>
          <p:nvPr/>
        </p:nvSpPr>
        <p:spPr>
          <a:xfrm>
            <a:off x="6427281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1DC5F5-A55E-D5F8-3848-E6948928703B}"/>
              </a:ext>
            </a:extLst>
          </p:cNvPr>
          <p:cNvSpPr/>
          <p:nvPr/>
        </p:nvSpPr>
        <p:spPr>
          <a:xfrm>
            <a:off x="6956090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E6DDAE-C1EF-9699-104D-F419A1556ED8}"/>
              </a:ext>
            </a:extLst>
          </p:cNvPr>
          <p:cNvSpPr/>
          <p:nvPr/>
        </p:nvSpPr>
        <p:spPr>
          <a:xfrm>
            <a:off x="7484899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7863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4134465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item = {0,};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 = item | 8;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for(i=0; i&lt;4; i++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if( item &amp; (1&lt;&lt;i)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item = item &amp; ~8;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996298-E12A-9AF2-6E1C-FB7BD4AF4541}"/>
              </a:ext>
            </a:extLst>
          </p:cNvPr>
          <p:cNvSpPr/>
          <p:nvPr/>
        </p:nvSpPr>
        <p:spPr>
          <a:xfrm>
            <a:off x="5894024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01959F-D8AC-DB51-42E9-40FE5E8754EB}"/>
              </a:ext>
            </a:extLst>
          </p:cNvPr>
          <p:cNvSpPr/>
          <p:nvPr/>
        </p:nvSpPr>
        <p:spPr>
          <a:xfrm>
            <a:off x="6422833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10ABE-DC2B-0B31-65E9-39AFA11D706C}"/>
              </a:ext>
            </a:extLst>
          </p:cNvPr>
          <p:cNvSpPr/>
          <p:nvPr/>
        </p:nvSpPr>
        <p:spPr>
          <a:xfrm>
            <a:off x="6951642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D69FB7-45E6-CD67-173D-1862F2D94B2D}"/>
              </a:ext>
            </a:extLst>
          </p:cNvPr>
          <p:cNvSpPr/>
          <p:nvPr/>
        </p:nvSpPr>
        <p:spPr>
          <a:xfrm>
            <a:off x="7480451" y="986009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CAB106-19B9-E7D2-92D9-10929CF000FA}"/>
              </a:ext>
            </a:extLst>
          </p:cNvPr>
          <p:cNvSpPr/>
          <p:nvPr/>
        </p:nvSpPr>
        <p:spPr>
          <a:xfrm>
            <a:off x="5894024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27C0D-5CFF-837F-91A5-F2C6F11CC9F4}"/>
              </a:ext>
            </a:extLst>
          </p:cNvPr>
          <p:cNvSpPr/>
          <p:nvPr/>
        </p:nvSpPr>
        <p:spPr>
          <a:xfrm>
            <a:off x="6422833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6C542-B2EF-D463-BD68-7D33517C9AAA}"/>
              </a:ext>
            </a:extLst>
          </p:cNvPr>
          <p:cNvSpPr/>
          <p:nvPr/>
        </p:nvSpPr>
        <p:spPr>
          <a:xfrm>
            <a:off x="6951642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89C489-5464-B1DF-B31A-4EB63DFD4B7D}"/>
              </a:ext>
            </a:extLst>
          </p:cNvPr>
          <p:cNvSpPr/>
          <p:nvPr/>
        </p:nvSpPr>
        <p:spPr>
          <a:xfrm>
            <a:off x="7480451" y="523300"/>
            <a:ext cx="528809" cy="528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628D75-EE64-D08C-28B3-76480F175C0E}"/>
              </a:ext>
            </a:extLst>
          </p:cNvPr>
          <p:cNvSpPr/>
          <p:nvPr/>
        </p:nvSpPr>
        <p:spPr>
          <a:xfrm>
            <a:off x="5892964" y="1977526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275B3E-F8B0-3801-F2B4-29E9650B9C40}"/>
              </a:ext>
            </a:extLst>
          </p:cNvPr>
          <p:cNvSpPr/>
          <p:nvPr/>
        </p:nvSpPr>
        <p:spPr>
          <a:xfrm>
            <a:off x="6422833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786AD-5461-C296-659D-06DF461E1F82}"/>
              </a:ext>
            </a:extLst>
          </p:cNvPr>
          <p:cNvSpPr/>
          <p:nvPr/>
        </p:nvSpPr>
        <p:spPr>
          <a:xfrm>
            <a:off x="6951642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BFDC4C-8907-4227-4DCB-C668CB7FD4CF}"/>
              </a:ext>
            </a:extLst>
          </p:cNvPr>
          <p:cNvSpPr/>
          <p:nvPr/>
        </p:nvSpPr>
        <p:spPr>
          <a:xfrm>
            <a:off x="7480451" y="1977527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E4A6F-2217-0D99-67FD-FD5C84B41296}"/>
              </a:ext>
            </a:extLst>
          </p:cNvPr>
          <p:cNvSpPr/>
          <p:nvPr/>
        </p:nvSpPr>
        <p:spPr>
          <a:xfrm>
            <a:off x="5892964" y="280379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55C9C-2D62-8D37-4CD7-4C6E2B76E670}"/>
              </a:ext>
            </a:extLst>
          </p:cNvPr>
          <p:cNvSpPr/>
          <p:nvPr/>
        </p:nvSpPr>
        <p:spPr>
          <a:xfrm>
            <a:off x="6422833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420DF4-41A8-8835-00BF-5256BD8D2E5F}"/>
              </a:ext>
            </a:extLst>
          </p:cNvPr>
          <p:cNvSpPr/>
          <p:nvPr/>
        </p:nvSpPr>
        <p:spPr>
          <a:xfrm>
            <a:off x="6951642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547AE1-A2D9-7A8D-0FA5-5B7A4CEBC3EA}"/>
              </a:ext>
            </a:extLst>
          </p:cNvPr>
          <p:cNvSpPr/>
          <p:nvPr/>
        </p:nvSpPr>
        <p:spPr>
          <a:xfrm>
            <a:off x="7480451" y="280379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775FCF-E7F6-2CC7-70F1-F79763E65EFA}"/>
              </a:ext>
            </a:extLst>
          </p:cNvPr>
          <p:cNvSpPr/>
          <p:nvPr/>
        </p:nvSpPr>
        <p:spPr>
          <a:xfrm>
            <a:off x="5892964" y="3429000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79B32-5BF0-C1AE-4DF6-B10EBBC074A5}"/>
              </a:ext>
            </a:extLst>
          </p:cNvPr>
          <p:cNvSpPr/>
          <p:nvPr/>
        </p:nvSpPr>
        <p:spPr>
          <a:xfrm>
            <a:off x="6422833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BEF2C3-CEE1-891F-091D-7252FD3E763D}"/>
              </a:ext>
            </a:extLst>
          </p:cNvPr>
          <p:cNvSpPr/>
          <p:nvPr/>
        </p:nvSpPr>
        <p:spPr>
          <a:xfrm>
            <a:off x="6951642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9464F7-6E41-E4B9-297D-2FB3577C94CA}"/>
              </a:ext>
            </a:extLst>
          </p:cNvPr>
          <p:cNvSpPr/>
          <p:nvPr/>
        </p:nvSpPr>
        <p:spPr>
          <a:xfrm>
            <a:off x="7480451" y="3429001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868579" y="424150"/>
            <a:ext cx="31983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B8D578-5B8F-C8BE-74FE-2FEF00551D39}"/>
              </a:ext>
            </a:extLst>
          </p:cNvPr>
          <p:cNvCxnSpPr/>
          <p:nvPr/>
        </p:nvCxnSpPr>
        <p:spPr>
          <a:xfrm>
            <a:off x="5199961" y="4164376"/>
            <a:ext cx="37953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E3A72A-E623-5BDC-466D-D8A785286CAC}"/>
              </a:ext>
            </a:extLst>
          </p:cNvPr>
          <p:cNvSpPr txBox="1"/>
          <p:nvPr/>
        </p:nvSpPr>
        <p:spPr>
          <a:xfrm>
            <a:off x="5442333" y="354192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&amp;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D4F3FF-C90B-02F4-FD6C-9A5CBCB8E181}"/>
              </a:ext>
            </a:extLst>
          </p:cNvPr>
          <p:cNvSpPr/>
          <p:nvPr/>
        </p:nvSpPr>
        <p:spPr>
          <a:xfrm>
            <a:off x="5897412" y="4304841"/>
            <a:ext cx="528809" cy="5288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CE2073-79EF-1C2C-E341-61EA7EA6F037}"/>
              </a:ext>
            </a:extLst>
          </p:cNvPr>
          <p:cNvSpPr/>
          <p:nvPr/>
        </p:nvSpPr>
        <p:spPr>
          <a:xfrm>
            <a:off x="6427281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1DC5F5-A55E-D5F8-3848-E6948928703B}"/>
              </a:ext>
            </a:extLst>
          </p:cNvPr>
          <p:cNvSpPr/>
          <p:nvPr/>
        </p:nvSpPr>
        <p:spPr>
          <a:xfrm>
            <a:off x="6956090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E6DDAE-C1EF-9699-104D-F419A1556ED8}"/>
              </a:ext>
            </a:extLst>
          </p:cNvPr>
          <p:cNvSpPr/>
          <p:nvPr/>
        </p:nvSpPr>
        <p:spPr>
          <a:xfrm>
            <a:off x="7484899" y="4304842"/>
            <a:ext cx="528809" cy="5288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5200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63D2AE-8EF4-335B-5BD4-01C993886C2E}"/>
              </a:ext>
            </a:extLst>
          </p:cNvPr>
          <p:cNvSpPr/>
          <p:nvPr/>
        </p:nvSpPr>
        <p:spPr>
          <a:xfrm>
            <a:off x="15643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35210E-908F-4551-C5C3-00AB4A2F7333}"/>
              </a:ext>
            </a:extLst>
          </p:cNvPr>
          <p:cNvSpPr/>
          <p:nvPr/>
        </p:nvSpPr>
        <p:spPr>
          <a:xfrm>
            <a:off x="18691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643E84-A05A-9824-2F0D-59329DDD6870}"/>
              </a:ext>
            </a:extLst>
          </p:cNvPr>
          <p:cNvSpPr/>
          <p:nvPr/>
        </p:nvSpPr>
        <p:spPr>
          <a:xfrm>
            <a:off x="21739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D5BE56-06F3-EF5B-EFBF-03675D864107}"/>
              </a:ext>
            </a:extLst>
          </p:cNvPr>
          <p:cNvSpPr/>
          <p:nvPr/>
        </p:nvSpPr>
        <p:spPr>
          <a:xfrm>
            <a:off x="24787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6313E6-B314-A1CC-CE2F-955DD274EFEC}"/>
              </a:ext>
            </a:extLst>
          </p:cNvPr>
          <p:cNvSpPr/>
          <p:nvPr/>
        </p:nvSpPr>
        <p:spPr>
          <a:xfrm>
            <a:off x="27835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56C1E0-438A-F694-3B28-708F75B0EE1F}"/>
              </a:ext>
            </a:extLst>
          </p:cNvPr>
          <p:cNvSpPr/>
          <p:nvPr/>
        </p:nvSpPr>
        <p:spPr>
          <a:xfrm>
            <a:off x="30883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C41115-3B53-0162-DEB6-2A4A59C51ED2}"/>
              </a:ext>
            </a:extLst>
          </p:cNvPr>
          <p:cNvSpPr/>
          <p:nvPr/>
        </p:nvSpPr>
        <p:spPr>
          <a:xfrm>
            <a:off x="33931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4A6706-865F-7842-BF38-3C30794518D2}"/>
              </a:ext>
            </a:extLst>
          </p:cNvPr>
          <p:cNvSpPr/>
          <p:nvPr/>
        </p:nvSpPr>
        <p:spPr>
          <a:xfrm>
            <a:off x="3697995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061248-1688-3D25-A0C9-E071B1B6F1BA}"/>
              </a:ext>
            </a:extLst>
          </p:cNvPr>
          <p:cNvSpPr/>
          <p:nvPr/>
        </p:nvSpPr>
        <p:spPr>
          <a:xfrm>
            <a:off x="40138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98916F-2EBA-16F4-D15D-9251ED5E5F3A}"/>
              </a:ext>
            </a:extLst>
          </p:cNvPr>
          <p:cNvSpPr/>
          <p:nvPr/>
        </p:nvSpPr>
        <p:spPr>
          <a:xfrm>
            <a:off x="43186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D57101-612F-5092-E271-A0EE1A352945}"/>
              </a:ext>
            </a:extLst>
          </p:cNvPr>
          <p:cNvSpPr/>
          <p:nvPr/>
        </p:nvSpPr>
        <p:spPr>
          <a:xfrm>
            <a:off x="46234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83F7BF-9402-CEA7-8B73-C26F927C465F}"/>
              </a:ext>
            </a:extLst>
          </p:cNvPr>
          <p:cNvSpPr/>
          <p:nvPr/>
        </p:nvSpPr>
        <p:spPr>
          <a:xfrm>
            <a:off x="49282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E73643-5E1F-0889-3F84-45DCD95CE64B}"/>
              </a:ext>
            </a:extLst>
          </p:cNvPr>
          <p:cNvSpPr/>
          <p:nvPr/>
        </p:nvSpPr>
        <p:spPr>
          <a:xfrm>
            <a:off x="52330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6F900B-377F-DDF7-5CDD-C866DD910833}"/>
              </a:ext>
            </a:extLst>
          </p:cNvPr>
          <p:cNvSpPr/>
          <p:nvPr/>
        </p:nvSpPr>
        <p:spPr>
          <a:xfrm>
            <a:off x="55378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E36769-F479-6F2A-7006-6C80CB4A62E5}"/>
              </a:ext>
            </a:extLst>
          </p:cNvPr>
          <p:cNvSpPr/>
          <p:nvPr/>
        </p:nvSpPr>
        <p:spPr>
          <a:xfrm>
            <a:off x="58426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8F264E-C975-B32C-F2BF-29D82D456591}"/>
              </a:ext>
            </a:extLst>
          </p:cNvPr>
          <p:cNvSpPr/>
          <p:nvPr/>
        </p:nvSpPr>
        <p:spPr>
          <a:xfrm>
            <a:off x="6147412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C5EF61-E5AA-0FE9-8E38-6739332FA429}"/>
              </a:ext>
            </a:extLst>
          </p:cNvPr>
          <p:cNvSpPr/>
          <p:nvPr/>
        </p:nvSpPr>
        <p:spPr>
          <a:xfrm>
            <a:off x="64632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71B35E-423E-9ACC-0A10-7AD6BD620ECD}"/>
              </a:ext>
            </a:extLst>
          </p:cNvPr>
          <p:cNvSpPr/>
          <p:nvPr/>
        </p:nvSpPr>
        <p:spPr>
          <a:xfrm>
            <a:off x="67680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060161-E635-24F6-BAB4-88667896D15D}"/>
              </a:ext>
            </a:extLst>
          </p:cNvPr>
          <p:cNvSpPr/>
          <p:nvPr/>
        </p:nvSpPr>
        <p:spPr>
          <a:xfrm>
            <a:off x="70728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BF7437-8626-8949-8923-D8192D83B1D2}"/>
              </a:ext>
            </a:extLst>
          </p:cNvPr>
          <p:cNvSpPr/>
          <p:nvPr/>
        </p:nvSpPr>
        <p:spPr>
          <a:xfrm>
            <a:off x="73776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380280-E338-D9D1-195E-F53739532370}"/>
              </a:ext>
            </a:extLst>
          </p:cNvPr>
          <p:cNvSpPr/>
          <p:nvPr/>
        </p:nvSpPr>
        <p:spPr>
          <a:xfrm>
            <a:off x="76824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8E4ED4-E06C-3E83-2F98-3921D3CE987C}"/>
              </a:ext>
            </a:extLst>
          </p:cNvPr>
          <p:cNvSpPr/>
          <p:nvPr/>
        </p:nvSpPr>
        <p:spPr>
          <a:xfrm>
            <a:off x="79872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0E34BE7-471A-1DDA-C02F-E5AC3774986A}"/>
              </a:ext>
            </a:extLst>
          </p:cNvPr>
          <p:cNvSpPr/>
          <p:nvPr/>
        </p:nvSpPr>
        <p:spPr>
          <a:xfrm>
            <a:off x="82920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05D5DF-B95E-1E41-2037-45DFF4EE3A42}"/>
              </a:ext>
            </a:extLst>
          </p:cNvPr>
          <p:cNvSpPr/>
          <p:nvPr/>
        </p:nvSpPr>
        <p:spPr>
          <a:xfrm>
            <a:off x="8596829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D873F2-1D61-EC78-AA44-9859EF5DD056}"/>
              </a:ext>
            </a:extLst>
          </p:cNvPr>
          <p:cNvSpPr/>
          <p:nvPr/>
        </p:nvSpPr>
        <p:spPr>
          <a:xfrm>
            <a:off x="89126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A95B28-81FF-0F59-0ACC-30CA574AD63F}"/>
              </a:ext>
            </a:extLst>
          </p:cNvPr>
          <p:cNvSpPr/>
          <p:nvPr/>
        </p:nvSpPr>
        <p:spPr>
          <a:xfrm>
            <a:off x="92174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6270805-2559-BECC-E7DB-9BF39A782042}"/>
              </a:ext>
            </a:extLst>
          </p:cNvPr>
          <p:cNvSpPr/>
          <p:nvPr/>
        </p:nvSpPr>
        <p:spPr>
          <a:xfrm>
            <a:off x="95222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F232AA-A9AA-BF31-44FA-CF540A58A0DF}"/>
              </a:ext>
            </a:extLst>
          </p:cNvPr>
          <p:cNvSpPr/>
          <p:nvPr/>
        </p:nvSpPr>
        <p:spPr>
          <a:xfrm>
            <a:off x="98270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3ABDC95-5F34-DA89-628C-CFC64CE144FB}"/>
              </a:ext>
            </a:extLst>
          </p:cNvPr>
          <p:cNvSpPr/>
          <p:nvPr/>
        </p:nvSpPr>
        <p:spPr>
          <a:xfrm>
            <a:off x="101318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A97BB56-367F-3262-E18A-BA327DE4851B}"/>
              </a:ext>
            </a:extLst>
          </p:cNvPr>
          <p:cNvSpPr/>
          <p:nvPr/>
        </p:nvSpPr>
        <p:spPr>
          <a:xfrm>
            <a:off x="104366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3D5680-834E-89FF-66EC-685BA9025340}"/>
              </a:ext>
            </a:extLst>
          </p:cNvPr>
          <p:cNvSpPr/>
          <p:nvPr/>
        </p:nvSpPr>
        <p:spPr>
          <a:xfrm>
            <a:off x="107414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8FAA4E-9AA1-C37E-8A4E-7B02CDA3F356}"/>
              </a:ext>
            </a:extLst>
          </p:cNvPr>
          <p:cNvSpPr/>
          <p:nvPr/>
        </p:nvSpPr>
        <p:spPr>
          <a:xfrm>
            <a:off x="11046246" y="661012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2503C8-A950-BA8E-EFFE-B4BB872E5A87}"/>
              </a:ext>
            </a:extLst>
          </p:cNvPr>
          <p:cNvSpPr txBox="1"/>
          <p:nvPr/>
        </p:nvSpPr>
        <p:spPr>
          <a:xfrm>
            <a:off x="965717" y="717099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EA4DDE-E066-E148-9672-3FB8DE56714F}"/>
              </a:ext>
            </a:extLst>
          </p:cNvPr>
          <p:cNvSpPr/>
          <p:nvPr/>
        </p:nvSpPr>
        <p:spPr>
          <a:xfrm>
            <a:off x="15552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5559D92-D5B0-6C07-5158-0E157EE629DE}"/>
              </a:ext>
            </a:extLst>
          </p:cNvPr>
          <p:cNvSpPr/>
          <p:nvPr/>
        </p:nvSpPr>
        <p:spPr>
          <a:xfrm>
            <a:off x="18600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D1ABB0F-CD46-F915-C94D-6043C77D3296}"/>
              </a:ext>
            </a:extLst>
          </p:cNvPr>
          <p:cNvSpPr/>
          <p:nvPr/>
        </p:nvSpPr>
        <p:spPr>
          <a:xfrm>
            <a:off x="21648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0098AD6-35E6-6DE7-FF25-550E5F105BC2}"/>
              </a:ext>
            </a:extLst>
          </p:cNvPr>
          <p:cNvSpPr/>
          <p:nvPr/>
        </p:nvSpPr>
        <p:spPr>
          <a:xfrm>
            <a:off x="24696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982EF8E-F339-70A4-66CC-BA56AA6256BA}"/>
              </a:ext>
            </a:extLst>
          </p:cNvPr>
          <p:cNvSpPr/>
          <p:nvPr/>
        </p:nvSpPr>
        <p:spPr>
          <a:xfrm>
            <a:off x="27744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242512-A2FE-51EF-0FD3-EA7668F85BBC}"/>
              </a:ext>
            </a:extLst>
          </p:cNvPr>
          <p:cNvSpPr/>
          <p:nvPr/>
        </p:nvSpPr>
        <p:spPr>
          <a:xfrm>
            <a:off x="30792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30670B0-A744-3485-D61F-A17E699111F1}"/>
              </a:ext>
            </a:extLst>
          </p:cNvPr>
          <p:cNvSpPr/>
          <p:nvPr/>
        </p:nvSpPr>
        <p:spPr>
          <a:xfrm>
            <a:off x="33840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BF411-D877-DDBB-5F95-FE4585264FD2}"/>
              </a:ext>
            </a:extLst>
          </p:cNvPr>
          <p:cNvSpPr/>
          <p:nvPr/>
        </p:nvSpPr>
        <p:spPr>
          <a:xfrm>
            <a:off x="3688814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499A278-A413-AE3A-9483-1EEDFA955D07}"/>
              </a:ext>
            </a:extLst>
          </p:cNvPr>
          <p:cNvSpPr/>
          <p:nvPr/>
        </p:nvSpPr>
        <p:spPr>
          <a:xfrm>
            <a:off x="40046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766EF06-5191-72CA-967C-92931A363219}"/>
              </a:ext>
            </a:extLst>
          </p:cNvPr>
          <p:cNvSpPr/>
          <p:nvPr/>
        </p:nvSpPr>
        <p:spPr>
          <a:xfrm>
            <a:off x="43094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6FB7374-B621-30BC-1998-CC6548186E0F}"/>
              </a:ext>
            </a:extLst>
          </p:cNvPr>
          <p:cNvSpPr/>
          <p:nvPr/>
        </p:nvSpPr>
        <p:spPr>
          <a:xfrm>
            <a:off x="46142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C8CE819-552F-EFAD-5500-A7346B4E8120}"/>
              </a:ext>
            </a:extLst>
          </p:cNvPr>
          <p:cNvSpPr/>
          <p:nvPr/>
        </p:nvSpPr>
        <p:spPr>
          <a:xfrm>
            <a:off x="49190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AAAB6E3-53D5-CAFC-4146-0FB31F7CBBEB}"/>
              </a:ext>
            </a:extLst>
          </p:cNvPr>
          <p:cNvSpPr/>
          <p:nvPr/>
        </p:nvSpPr>
        <p:spPr>
          <a:xfrm>
            <a:off x="52238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C4D1F1A-C40A-884C-D312-2DD6C221CCEA}"/>
              </a:ext>
            </a:extLst>
          </p:cNvPr>
          <p:cNvSpPr/>
          <p:nvPr/>
        </p:nvSpPr>
        <p:spPr>
          <a:xfrm>
            <a:off x="55286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50D11A-C66F-F9BD-8977-1B38A2AC8710}"/>
              </a:ext>
            </a:extLst>
          </p:cNvPr>
          <p:cNvSpPr/>
          <p:nvPr/>
        </p:nvSpPr>
        <p:spPr>
          <a:xfrm>
            <a:off x="58334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E188F35-30BF-76C0-8461-440E0AD13A7A}"/>
              </a:ext>
            </a:extLst>
          </p:cNvPr>
          <p:cNvSpPr/>
          <p:nvPr/>
        </p:nvSpPr>
        <p:spPr>
          <a:xfrm>
            <a:off x="6138231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A2DA3E1-7FD2-7010-E81F-FE795C414225}"/>
              </a:ext>
            </a:extLst>
          </p:cNvPr>
          <p:cNvSpPr/>
          <p:nvPr/>
        </p:nvSpPr>
        <p:spPr>
          <a:xfrm>
            <a:off x="64540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CFC9E53-57C6-82C3-0A4B-ADD5039428E7}"/>
              </a:ext>
            </a:extLst>
          </p:cNvPr>
          <p:cNvSpPr/>
          <p:nvPr/>
        </p:nvSpPr>
        <p:spPr>
          <a:xfrm>
            <a:off x="67588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FA6C8D9-8D5A-5BCF-58F0-95C190C3DCD1}"/>
              </a:ext>
            </a:extLst>
          </p:cNvPr>
          <p:cNvSpPr/>
          <p:nvPr/>
        </p:nvSpPr>
        <p:spPr>
          <a:xfrm>
            <a:off x="70636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6A20682-B364-DACE-84A6-5AD5394B575A}"/>
              </a:ext>
            </a:extLst>
          </p:cNvPr>
          <p:cNvSpPr/>
          <p:nvPr/>
        </p:nvSpPr>
        <p:spPr>
          <a:xfrm>
            <a:off x="73684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2740768-BC38-EFEC-F25F-8F826CB231F4}"/>
              </a:ext>
            </a:extLst>
          </p:cNvPr>
          <p:cNvSpPr/>
          <p:nvPr/>
        </p:nvSpPr>
        <p:spPr>
          <a:xfrm>
            <a:off x="76732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9F76D32-DF40-5C1F-0E85-7B979F0706B1}"/>
              </a:ext>
            </a:extLst>
          </p:cNvPr>
          <p:cNvSpPr/>
          <p:nvPr/>
        </p:nvSpPr>
        <p:spPr>
          <a:xfrm>
            <a:off x="79780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EBB5E78-E09F-B1E2-33CA-752FEDDA13FB}"/>
              </a:ext>
            </a:extLst>
          </p:cNvPr>
          <p:cNvSpPr/>
          <p:nvPr/>
        </p:nvSpPr>
        <p:spPr>
          <a:xfrm>
            <a:off x="82828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65A77DB-52EC-B45C-A8C8-4F40FABA618E}"/>
              </a:ext>
            </a:extLst>
          </p:cNvPr>
          <p:cNvSpPr/>
          <p:nvPr/>
        </p:nvSpPr>
        <p:spPr>
          <a:xfrm>
            <a:off x="8587648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D4E0C5-74F6-D25A-6E0C-FC3C60D41D12}"/>
              </a:ext>
            </a:extLst>
          </p:cNvPr>
          <p:cNvSpPr/>
          <p:nvPr/>
        </p:nvSpPr>
        <p:spPr>
          <a:xfrm>
            <a:off x="89034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7AACCD2-B27D-A0AA-30E0-5CF7952CAF4A}"/>
              </a:ext>
            </a:extLst>
          </p:cNvPr>
          <p:cNvSpPr/>
          <p:nvPr/>
        </p:nvSpPr>
        <p:spPr>
          <a:xfrm>
            <a:off x="92082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4B9164D-A9EA-7FBC-DD37-08C343D6D6DF}"/>
              </a:ext>
            </a:extLst>
          </p:cNvPr>
          <p:cNvSpPr/>
          <p:nvPr/>
        </p:nvSpPr>
        <p:spPr>
          <a:xfrm>
            <a:off x="95130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2DBA250-F7F4-2017-BC0D-9B1B89CEBDE1}"/>
              </a:ext>
            </a:extLst>
          </p:cNvPr>
          <p:cNvSpPr/>
          <p:nvPr/>
        </p:nvSpPr>
        <p:spPr>
          <a:xfrm>
            <a:off x="98178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EE32B6A-8C7F-49FA-6331-5FF4C6F5227E}"/>
              </a:ext>
            </a:extLst>
          </p:cNvPr>
          <p:cNvSpPr/>
          <p:nvPr/>
        </p:nvSpPr>
        <p:spPr>
          <a:xfrm>
            <a:off x="101226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5998B87-7003-A5DF-EF12-92BCA567128B}"/>
              </a:ext>
            </a:extLst>
          </p:cNvPr>
          <p:cNvSpPr/>
          <p:nvPr/>
        </p:nvSpPr>
        <p:spPr>
          <a:xfrm>
            <a:off x="104274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A0B6CD0-8C1F-DA3F-91B3-2DF24B331699}"/>
              </a:ext>
            </a:extLst>
          </p:cNvPr>
          <p:cNvSpPr/>
          <p:nvPr/>
        </p:nvSpPr>
        <p:spPr>
          <a:xfrm>
            <a:off x="107322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55110CD-6409-55C8-C7F5-79156584FC23}"/>
              </a:ext>
            </a:extLst>
          </p:cNvPr>
          <p:cNvSpPr/>
          <p:nvPr/>
        </p:nvSpPr>
        <p:spPr>
          <a:xfrm>
            <a:off x="11037065" y="1325696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0D23F3-2F4F-0106-DC6A-7910EB52397D}"/>
              </a:ext>
            </a:extLst>
          </p:cNvPr>
          <p:cNvSpPr txBox="1"/>
          <p:nvPr/>
        </p:nvSpPr>
        <p:spPr>
          <a:xfrm>
            <a:off x="956536" y="138178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F203BF6-119A-DB1E-1CD0-A96F854570F6}"/>
              </a:ext>
            </a:extLst>
          </p:cNvPr>
          <p:cNvSpPr/>
          <p:nvPr/>
        </p:nvSpPr>
        <p:spPr>
          <a:xfrm>
            <a:off x="15460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98931F6-91F5-4963-98D7-7AF408DC159B}"/>
              </a:ext>
            </a:extLst>
          </p:cNvPr>
          <p:cNvSpPr/>
          <p:nvPr/>
        </p:nvSpPr>
        <p:spPr>
          <a:xfrm>
            <a:off x="18508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F71A661-8E62-990B-2AE2-5DE54C20E20D}"/>
              </a:ext>
            </a:extLst>
          </p:cNvPr>
          <p:cNvSpPr/>
          <p:nvPr/>
        </p:nvSpPr>
        <p:spPr>
          <a:xfrm>
            <a:off x="21556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A70FDD1-73DA-AAA2-2100-278F15DD003B}"/>
              </a:ext>
            </a:extLst>
          </p:cNvPr>
          <p:cNvSpPr/>
          <p:nvPr/>
        </p:nvSpPr>
        <p:spPr>
          <a:xfrm>
            <a:off x="24604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CE9C23E-047F-1BF5-DE14-57B12E13349E}"/>
              </a:ext>
            </a:extLst>
          </p:cNvPr>
          <p:cNvSpPr/>
          <p:nvPr/>
        </p:nvSpPr>
        <p:spPr>
          <a:xfrm>
            <a:off x="27652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04A76FB-F89A-E25F-7A70-5F717F50414A}"/>
              </a:ext>
            </a:extLst>
          </p:cNvPr>
          <p:cNvSpPr/>
          <p:nvPr/>
        </p:nvSpPr>
        <p:spPr>
          <a:xfrm>
            <a:off x="30700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4E4E5A9-5744-8724-20C5-9363B5DA249F}"/>
              </a:ext>
            </a:extLst>
          </p:cNvPr>
          <p:cNvSpPr/>
          <p:nvPr/>
        </p:nvSpPr>
        <p:spPr>
          <a:xfrm>
            <a:off x="33748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946295F-23D6-8CA4-E4AB-D87235B599FD}"/>
              </a:ext>
            </a:extLst>
          </p:cNvPr>
          <p:cNvSpPr/>
          <p:nvPr/>
        </p:nvSpPr>
        <p:spPr>
          <a:xfrm>
            <a:off x="3679633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A7C60F2-8B0F-CBD2-5588-F8772F7BC2BB}"/>
              </a:ext>
            </a:extLst>
          </p:cNvPr>
          <p:cNvSpPr/>
          <p:nvPr/>
        </p:nvSpPr>
        <p:spPr>
          <a:xfrm>
            <a:off x="39954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F81A4D-1E5C-3F84-4F80-910D5B53DD5C}"/>
              </a:ext>
            </a:extLst>
          </p:cNvPr>
          <p:cNvSpPr/>
          <p:nvPr/>
        </p:nvSpPr>
        <p:spPr>
          <a:xfrm>
            <a:off x="43002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254D208-50D5-595B-88E7-08F25DF723F3}"/>
              </a:ext>
            </a:extLst>
          </p:cNvPr>
          <p:cNvSpPr/>
          <p:nvPr/>
        </p:nvSpPr>
        <p:spPr>
          <a:xfrm>
            <a:off x="46050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2BA43DC-2E2B-745D-D268-872DDF59C943}"/>
              </a:ext>
            </a:extLst>
          </p:cNvPr>
          <p:cNvSpPr/>
          <p:nvPr/>
        </p:nvSpPr>
        <p:spPr>
          <a:xfrm>
            <a:off x="49098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27DBE1A-9B40-11D3-0C2C-529BC0F294F5}"/>
              </a:ext>
            </a:extLst>
          </p:cNvPr>
          <p:cNvSpPr/>
          <p:nvPr/>
        </p:nvSpPr>
        <p:spPr>
          <a:xfrm>
            <a:off x="52146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C30F88D-3265-F93C-E34C-2577CC2BBB0E}"/>
              </a:ext>
            </a:extLst>
          </p:cNvPr>
          <p:cNvSpPr/>
          <p:nvPr/>
        </p:nvSpPr>
        <p:spPr>
          <a:xfrm>
            <a:off x="55194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4AE4815-73A1-BFB3-B851-59DCA30392B2}"/>
              </a:ext>
            </a:extLst>
          </p:cNvPr>
          <p:cNvSpPr/>
          <p:nvPr/>
        </p:nvSpPr>
        <p:spPr>
          <a:xfrm>
            <a:off x="58242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561C9CF-AC03-CB98-0405-728A11C750A5}"/>
              </a:ext>
            </a:extLst>
          </p:cNvPr>
          <p:cNvSpPr/>
          <p:nvPr/>
        </p:nvSpPr>
        <p:spPr>
          <a:xfrm>
            <a:off x="6129050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16C9FA1-6288-B27F-591E-EBA47256AB3C}"/>
              </a:ext>
            </a:extLst>
          </p:cNvPr>
          <p:cNvSpPr/>
          <p:nvPr/>
        </p:nvSpPr>
        <p:spPr>
          <a:xfrm>
            <a:off x="64448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D65B303-8985-CB33-7338-6BA6A63C3032}"/>
              </a:ext>
            </a:extLst>
          </p:cNvPr>
          <p:cNvSpPr/>
          <p:nvPr/>
        </p:nvSpPr>
        <p:spPr>
          <a:xfrm>
            <a:off x="67496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7B4D22B-A1BE-DCA9-DBB9-1E72E407613F}"/>
              </a:ext>
            </a:extLst>
          </p:cNvPr>
          <p:cNvSpPr/>
          <p:nvPr/>
        </p:nvSpPr>
        <p:spPr>
          <a:xfrm>
            <a:off x="70544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9057F44-AEEA-40B3-9266-2752955A55F0}"/>
              </a:ext>
            </a:extLst>
          </p:cNvPr>
          <p:cNvSpPr/>
          <p:nvPr/>
        </p:nvSpPr>
        <p:spPr>
          <a:xfrm>
            <a:off x="73592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AFFC6FD-05DC-8793-1CB0-CBB68E7CE192}"/>
              </a:ext>
            </a:extLst>
          </p:cNvPr>
          <p:cNvSpPr/>
          <p:nvPr/>
        </p:nvSpPr>
        <p:spPr>
          <a:xfrm>
            <a:off x="76640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0440172-A101-38C3-32E6-8991AD146E01}"/>
              </a:ext>
            </a:extLst>
          </p:cNvPr>
          <p:cNvSpPr/>
          <p:nvPr/>
        </p:nvSpPr>
        <p:spPr>
          <a:xfrm>
            <a:off x="79688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4B09A9B-7A0F-FCDF-DE28-09572DE1696D}"/>
              </a:ext>
            </a:extLst>
          </p:cNvPr>
          <p:cNvSpPr/>
          <p:nvPr/>
        </p:nvSpPr>
        <p:spPr>
          <a:xfrm>
            <a:off x="82736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3408F04-ADCC-2016-A8BC-756C047FF271}"/>
              </a:ext>
            </a:extLst>
          </p:cNvPr>
          <p:cNvSpPr/>
          <p:nvPr/>
        </p:nvSpPr>
        <p:spPr>
          <a:xfrm>
            <a:off x="8578467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FCEBF52-C17A-C578-BFC8-6E631A0EF7CF}"/>
              </a:ext>
            </a:extLst>
          </p:cNvPr>
          <p:cNvSpPr/>
          <p:nvPr/>
        </p:nvSpPr>
        <p:spPr>
          <a:xfrm>
            <a:off x="88942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737A8F1-26F2-E94B-F55B-941C04945ECC}"/>
              </a:ext>
            </a:extLst>
          </p:cNvPr>
          <p:cNvSpPr/>
          <p:nvPr/>
        </p:nvSpPr>
        <p:spPr>
          <a:xfrm>
            <a:off x="91990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15C4EC2-6D29-5EE8-392E-CD5286BBDDD1}"/>
              </a:ext>
            </a:extLst>
          </p:cNvPr>
          <p:cNvSpPr/>
          <p:nvPr/>
        </p:nvSpPr>
        <p:spPr>
          <a:xfrm>
            <a:off x="95038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976FE4B-8BBD-3275-28AB-6C2F2C65739E}"/>
              </a:ext>
            </a:extLst>
          </p:cNvPr>
          <p:cNvSpPr/>
          <p:nvPr/>
        </p:nvSpPr>
        <p:spPr>
          <a:xfrm>
            <a:off x="98086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EAC576A-2D20-3A6C-E21B-B88BD83A4BD2}"/>
              </a:ext>
            </a:extLst>
          </p:cNvPr>
          <p:cNvSpPr/>
          <p:nvPr/>
        </p:nvSpPr>
        <p:spPr>
          <a:xfrm>
            <a:off x="101134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B683BDE-D6AB-6024-A38D-0D5FA7A04687}"/>
              </a:ext>
            </a:extLst>
          </p:cNvPr>
          <p:cNvSpPr/>
          <p:nvPr/>
        </p:nvSpPr>
        <p:spPr>
          <a:xfrm>
            <a:off x="104182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88E7062-5D74-D22C-9792-CD420CB588A9}"/>
              </a:ext>
            </a:extLst>
          </p:cNvPr>
          <p:cNvSpPr/>
          <p:nvPr/>
        </p:nvSpPr>
        <p:spPr>
          <a:xfrm>
            <a:off x="107230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6F770B-C0AD-A004-CB1F-525AE674F991}"/>
              </a:ext>
            </a:extLst>
          </p:cNvPr>
          <p:cNvSpPr/>
          <p:nvPr/>
        </p:nvSpPr>
        <p:spPr>
          <a:xfrm>
            <a:off x="11027884" y="1990380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435C15-7B8A-1FBF-C0AB-79C9611C9C39}"/>
              </a:ext>
            </a:extLst>
          </p:cNvPr>
          <p:cNvSpPr txBox="1"/>
          <p:nvPr/>
        </p:nvSpPr>
        <p:spPr>
          <a:xfrm>
            <a:off x="947355" y="2046467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[2]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0DFC138-6CAD-902F-BFD9-C7B0D45CC549}"/>
              </a:ext>
            </a:extLst>
          </p:cNvPr>
          <p:cNvSpPr/>
          <p:nvPr/>
        </p:nvSpPr>
        <p:spPr>
          <a:xfrm>
            <a:off x="15368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7F15662-B2B6-468B-8BB5-05EFC4624C32}"/>
              </a:ext>
            </a:extLst>
          </p:cNvPr>
          <p:cNvSpPr/>
          <p:nvPr/>
        </p:nvSpPr>
        <p:spPr>
          <a:xfrm>
            <a:off x="18416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FD914C8-E110-9654-46FC-1C80C26EB031}"/>
              </a:ext>
            </a:extLst>
          </p:cNvPr>
          <p:cNvSpPr/>
          <p:nvPr/>
        </p:nvSpPr>
        <p:spPr>
          <a:xfrm>
            <a:off x="21464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651D9A4-749F-0587-70A7-A3F6917BDDFE}"/>
              </a:ext>
            </a:extLst>
          </p:cNvPr>
          <p:cNvSpPr/>
          <p:nvPr/>
        </p:nvSpPr>
        <p:spPr>
          <a:xfrm>
            <a:off x="24512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E7DA093-4101-39E2-2A3B-0C5732181954}"/>
              </a:ext>
            </a:extLst>
          </p:cNvPr>
          <p:cNvSpPr/>
          <p:nvPr/>
        </p:nvSpPr>
        <p:spPr>
          <a:xfrm>
            <a:off x="27560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B8F3A1A-05BE-F319-EAF3-5271374B5D09}"/>
              </a:ext>
            </a:extLst>
          </p:cNvPr>
          <p:cNvSpPr/>
          <p:nvPr/>
        </p:nvSpPr>
        <p:spPr>
          <a:xfrm>
            <a:off x="30608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5CD7CFC-8AE7-5213-A940-A6162F8BDD00}"/>
              </a:ext>
            </a:extLst>
          </p:cNvPr>
          <p:cNvSpPr/>
          <p:nvPr/>
        </p:nvSpPr>
        <p:spPr>
          <a:xfrm>
            <a:off x="33656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578B44D-39A4-27C1-E1E4-5D4F12732215}"/>
              </a:ext>
            </a:extLst>
          </p:cNvPr>
          <p:cNvSpPr/>
          <p:nvPr/>
        </p:nvSpPr>
        <p:spPr>
          <a:xfrm>
            <a:off x="3670452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5DAF32F-DFB1-331A-2EF8-09ECB8370460}"/>
              </a:ext>
            </a:extLst>
          </p:cNvPr>
          <p:cNvSpPr/>
          <p:nvPr/>
        </p:nvSpPr>
        <p:spPr>
          <a:xfrm>
            <a:off x="39862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3239693-1F17-4563-96F6-99FF168F5FE7}"/>
              </a:ext>
            </a:extLst>
          </p:cNvPr>
          <p:cNvSpPr/>
          <p:nvPr/>
        </p:nvSpPr>
        <p:spPr>
          <a:xfrm>
            <a:off x="42910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DE6135-880E-0BFE-DEBC-B624D035C93E}"/>
              </a:ext>
            </a:extLst>
          </p:cNvPr>
          <p:cNvSpPr/>
          <p:nvPr/>
        </p:nvSpPr>
        <p:spPr>
          <a:xfrm>
            <a:off x="45958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66A9D74-99E8-AA9A-5DB9-4B678A7DD2EE}"/>
              </a:ext>
            </a:extLst>
          </p:cNvPr>
          <p:cNvSpPr/>
          <p:nvPr/>
        </p:nvSpPr>
        <p:spPr>
          <a:xfrm>
            <a:off x="49006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0385931-4CFE-8FE7-F9D7-85E3E477C35D}"/>
              </a:ext>
            </a:extLst>
          </p:cNvPr>
          <p:cNvSpPr/>
          <p:nvPr/>
        </p:nvSpPr>
        <p:spPr>
          <a:xfrm>
            <a:off x="52054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CBCA83D-81AB-2EF9-CCE5-E94C001F6283}"/>
              </a:ext>
            </a:extLst>
          </p:cNvPr>
          <p:cNvSpPr/>
          <p:nvPr/>
        </p:nvSpPr>
        <p:spPr>
          <a:xfrm>
            <a:off x="55102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B6803A5-8346-741C-AB6F-F6FD0697259B}"/>
              </a:ext>
            </a:extLst>
          </p:cNvPr>
          <p:cNvSpPr/>
          <p:nvPr/>
        </p:nvSpPr>
        <p:spPr>
          <a:xfrm>
            <a:off x="58150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1B2E0D6-DE4C-BCB0-6E72-87F3099EE485}"/>
              </a:ext>
            </a:extLst>
          </p:cNvPr>
          <p:cNvSpPr/>
          <p:nvPr/>
        </p:nvSpPr>
        <p:spPr>
          <a:xfrm>
            <a:off x="6119869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4E26AC2-6201-9603-84F1-B5130D8A2EB5}"/>
              </a:ext>
            </a:extLst>
          </p:cNvPr>
          <p:cNvSpPr/>
          <p:nvPr/>
        </p:nvSpPr>
        <p:spPr>
          <a:xfrm>
            <a:off x="64356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A6B0E20-4802-351B-194B-15973DA44282}"/>
              </a:ext>
            </a:extLst>
          </p:cNvPr>
          <p:cNvSpPr/>
          <p:nvPr/>
        </p:nvSpPr>
        <p:spPr>
          <a:xfrm>
            <a:off x="67404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686F668-1D4D-2291-3920-C0F63A88A23C}"/>
              </a:ext>
            </a:extLst>
          </p:cNvPr>
          <p:cNvSpPr/>
          <p:nvPr/>
        </p:nvSpPr>
        <p:spPr>
          <a:xfrm>
            <a:off x="70452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90FF0D9-3C74-99BD-4E80-13493C4DA5F8}"/>
              </a:ext>
            </a:extLst>
          </p:cNvPr>
          <p:cNvSpPr/>
          <p:nvPr/>
        </p:nvSpPr>
        <p:spPr>
          <a:xfrm>
            <a:off x="73500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A85A537-BC49-BB0F-2960-6F86B7368A65}"/>
              </a:ext>
            </a:extLst>
          </p:cNvPr>
          <p:cNvSpPr/>
          <p:nvPr/>
        </p:nvSpPr>
        <p:spPr>
          <a:xfrm>
            <a:off x="76548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84C6CCE4-14ED-8702-A14B-B3F63EE3EA46}"/>
              </a:ext>
            </a:extLst>
          </p:cNvPr>
          <p:cNvSpPr/>
          <p:nvPr/>
        </p:nvSpPr>
        <p:spPr>
          <a:xfrm>
            <a:off x="79596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BA8063D-A830-4EFE-1F28-F78B4C85DAB9}"/>
              </a:ext>
            </a:extLst>
          </p:cNvPr>
          <p:cNvSpPr/>
          <p:nvPr/>
        </p:nvSpPr>
        <p:spPr>
          <a:xfrm>
            <a:off x="82644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A8D61D6-0BEA-2282-ED96-C23E7B6153D9}"/>
              </a:ext>
            </a:extLst>
          </p:cNvPr>
          <p:cNvSpPr/>
          <p:nvPr/>
        </p:nvSpPr>
        <p:spPr>
          <a:xfrm>
            <a:off x="8569286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217805D2-520A-56A6-BD16-65799F0E912F}"/>
              </a:ext>
            </a:extLst>
          </p:cNvPr>
          <p:cNvSpPr/>
          <p:nvPr/>
        </p:nvSpPr>
        <p:spPr>
          <a:xfrm>
            <a:off x="8885103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D5C28E7-B98E-E743-E308-6B94A35AA076}"/>
              </a:ext>
            </a:extLst>
          </p:cNvPr>
          <p:cNvSpPr/>
          <p:nvPr/>
        </p:nvSpPr>
        <p:spPr>
          <a:xfrm>
            <a:off x="9189903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9764723-87E1-8D25-5B9A-1D2A33DC883D}"/>
              </a:ext>
            </a:extLst>
          </p:cNvPr>
          <p:cNvSpPr/>
          <p:nvPr/>
        </p:nvSpPr>
        <p:spPr>
          <a:xfrm>
            <a:off x="9494703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AF8AF75-A35A-0EF3-26CF-31CEB45D211C}"/>
              </a:ext>
            </a:extLst>
          </p:cNvPr>
          <p:cNvSpPr/>
          <p:nvPr/>
        </p:nvSpPr>
        <p:spPr>
          <a:xfrm>
            <a:off x="9799503" y="2655064"/>
            <a:ext cx="313981" cy="5122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CF5AA38-CE8B-112C-6EAE-448AEA47BF7A}"/>
              </a:ext>
            </a:extLst>
          </p:cNvPr>
          <p:cNvSpPr/>
          <p:nvPr/>
        </p:nvSpPr>
        <p:spPr>
          <a:xfrm>
            <a:off x="10104303" y="2655064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31F2292-1A92-E2DE-AB51-3D2F63B61B9D}"/>
              </a:ext>
            </a:extLst>
          </p:cNvPr>
          <p:cNvSpPr/>
          <p:nvPr/>
        </p:nvSpPr>
        <p:spPr>
          <a:xfrm>
            <a:off x="10409103" y="2655064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C844B834-B0F4-28B0-88DD-4FBC3395F78D}"/>
              </a:ext>
            </a:extLst>
          </p:cNvPr>
          <p:cNvSpPr/>
          <p:nvPr/>
        </p:nvSpPr>
        <p:spPr>
          <a:xfrm>
            <a:off x="10713903" y="2655064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2019302-36BF-B13B-02EC-9554C5E73D98}"/>
              </a:ext>
            </a:extLst>
          </p:cNvPr>
          <p:cNvSpPr/>
          <p:nvPr/>
        </p:nvSpPr>
        <p:spPr>
          <a:xfrm>
            <a:off x="11018703" y="2655064"/>
            <a:ext cx="313981" cy="51228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7A0E43D-F9DF-A987-7EB2-B0DF4343E62C}"/>
              </a:ext>
            </a:extLst>
          </p:cNvPr>
          <p:cNvSpPr txBox="1"/>
          <p:nvPr/>
        </p:nvSpPr>
        <p:spPr>
          <a:xfrm>
            <a:off x="938174" y="271115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[3]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73F57A0-F6DC-D3B9-91D6-EFD136CE45C3}"/>
              </a:ext>
            </a:extLst>
          </p:cNvPr>
          <p:cNvSpPr txBox="1"/>
          <p:nvPr/>
        </p:nvSpPr>
        <p:spPr>
          <a:xfrm>
            <a:off x="3964385" y="4313103"/>
            <a:ext cx="46987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index=100;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item[index/32]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|=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1&lt;&lt;(index%32);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33EC80-5A61-A275-84C6-3E155CDC03D7}"/>
              </a:ext>
            </a:extLst>
          </p:cNvPr>
          <p:cNvSpPr txBox="1"/>
          <p:nvPr/>
        </p:nvSpPr>
        <p:spPr>
          <a:xfrm>
            <a:off x="3166731" y="3365653"/>
            <a:ext cx="42755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100-32 =&gt; 68-32 =&gt; 36-32 =&gt; 4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몫</a:t>
            </a:r>
            <a:r>
              <a:rPr lang="en-US" altLang="ko-KR" sz="2000">
                <a:latin typeface="Consolas" panose="020B0609020204030204" pitchFamily="49" charset="0"/>
              </a:rPr>
              <a:t>=3, </a:t>
            </a:r>
            <a:r>
              <a:rPr lang="ko-KR" altLang="en-US" sz="2000">
                <a:latin typeface="Consolas" panose="020B0609020204030204" pitchFamily="49" charset="0"/>
              </a:rPr>
              <a:t>나머지</a:t>
            </a:r>
            <a:r>
              <a:rPr lang="en-US" altLang="ko-KR" sz="2000">
                <a:latin typeface="Consolas" panose="020B0609020204030204" pitchFamily="49" charset="0"/>
              </a:rPr>
              <a:t>=4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88300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526297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item[32] = {0,};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item[700/32] |= 1&lt;&lt;(700%32);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item[800/32] |= 1&lt;&lt;(800%32);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item[i/32] &amp; (1&lt;&lt;(i%32))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item[800/32] &amp;= ~(1&lt;&lt;(800%32));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8064347" y="490251"/>
            <a:ext cx="319831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19559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8930650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#define  BIT_SET(x, index)  (x[index/32] |= 1&lt;&lt;(index%32))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BIT_ISSET(x, index)  (x[index/32] &amp; (1&lt;&lt;(index%32)))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BIT_CLR(x, index)   (x[index/32] &amp;= ~(1&lt;&lt;(index%32)))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//-------------------------------------------------------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item[32] = {0,};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700);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800);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BIT_ISSET(item, i)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BIT_CLR(item,800);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7864700" y="2613392"/>
            <a:ext cx="42498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타입이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930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2637" y="390368"/>
            <a:ext cx="8930650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#define  BIT_SET(x, index)  (x[index/32] |= 1&lt;&lt;(index%32))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BIT_ISSET(x, index)  (x[index/32] &amp; (1&lt;&lt;(index%32)))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BIT_CLR(x, index)   (x[index/32] &amp;= ~(1&lt;&lt;(index%32)))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//-------------------------------------------------------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item[32] = {0,};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700);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800);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BIT_ISSET(item, i)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BIT_CLR(item,800);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7864700" y="2613392"/>
            <a:ext cx="42498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타입이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01802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83653" y="390368"/>
            <a:ext cx="8930650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#define  BIT_SET(x, index)  (x[index/32] |= 1&lt;&lt;(index%32))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BIT_ISSET(x, index)  (x[index/32] &amp; (1&lt;&lt;(index%32)))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BIT_CLR(x, index)   (x[index/32] &amp;= ~(1&lt;&lt;(index%32)))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typedef int bit_set[32];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//-------------------------------------------------------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 item = {0,};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700);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800);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BIT_ISSET(item, i)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BIT_CLR(item,800);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7864700" y="2613392"/>
            <a:ext cx="45063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타입이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초기화가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0192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8145" y="401384"/>
            <a:ext cx="8225329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#define   BIT_ZERO(x)              int i; 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                    for(i=0; i&lt;32; i++)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                        item[i] = 0;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//-------------------------------------------------------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 item;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BIT_ZERO(item);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700);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800);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BIT_ISSET(item, i)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BIT_CLR(item,800);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7864700" y="2613392"/>
            <a:ext cx="45063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타입이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초기화가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438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582C3-CC18-0EA3-AF6B-1EDDF0A9CB2D}"/>
              </a:ext>
            </a:extLst>
          </p:cNvPr>
          <p:cNvSpPr txBox="1"/>
          <p:nvPr/>
        </p:nvSpPr>
        <p:spPr>
          <a:xfrm>
            <a:off x="578145" y="401384"/>
            <a:ext cx="9353843" cy="8094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#define  BIT_SET(x, index)  (x[index/32] |= 1&lt;&lt;(index%32))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BIT_ISSET(x, index)  (x[index/32] &amp; (1&lt;&lt;(index%32)))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#define  BIT_CLR(x, index)   (x[index/32] &amp;= ~(1&lt;&lt;(index%32)))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#define   BIT_ZERO(x)              do{ int i;                   \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                        for(i=0; i&lt;32; i++)      \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                          item[i] = 0; }while(0)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typedef int bit_set[32];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//-------------------------------------------------------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 item;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int i;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BIT_ZERO(item);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700);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BIT_SET(item, 800);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for(i=0; i&lt;1024; i++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if( BIT_ISSET(item, i) 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printf("%d\n", i );</a:t>
            </a:r>
          </a:p>
          <a:p>
            <a:endParaRPr lang="en-US" altLang="ko-KR" sz="2000">
              <a:latin typeface="Consolas" panose="020B0609020204030204" pitchFamily="49" charset="0"/>
            </a:endParaRPr>
          </a:p>
          <a:p>
            <a:r>
              <a:rPr lang="en-US" altLang="ko-KR" sz="2000">
                <a:latin typeface="Consolas" panose="020B0609020204030204" pitchFamily="49" charset="0"/>
              </a:rPr>
              <a:t>    BIT_CLR(item,800);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656055-32E2-CA88-6364-39A613D5D424}"/>
              </a:ext>
            </a:extLst>
          </p:cNvPr>
          <p:cNvSpPr txBox="1"/>
          <p:nvPr/>
        </p:nvSpPr>
        <p:spPr>
          <a:xfrm>
            <a:off x="7864700" y="2613392"/>
            <a:ext cx="45063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>
                <a:latin typeface="Consolas" panose="020B0609020204030204" pitchFamily="49" charset="0"/>
              </a:rPr>
              <a:t>문제점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메모리 낭비가 심하다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개수의 제한이 있다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가독성이 없다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타입이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- </a:t>
            </a:r>
            <a:r>
              <a:rPr lang="ko-KR" altLang="en-US" sz="2000">
                <a:latin typeface="Consolas" panose="020B0609020204030204" pitchFamily="49" charset="0"/>
              </a:rPr>
              <a:t>초기화가 추상화 되어 있지 않다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6012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CCD84A-959E-E08D-10C9-2B45C42F0C5E}"/>
              </a:ext>
            </a:extLst>
          </p:cNvPr>
          <p:cNvSpPr txBox="1"/>
          <p:nvPr/>
        </p:nvSpPr>
        <p:spPr>
          <a:xfrm>
            <a:off x="2175641" y="580171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GNU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06000-35B9-2988-D1A3-36877C3B7B5F}"/>
              </a:ext>
            </a:extLst>
          </p:cNvPr>
          <p:cNvSpPr txBox="1"/>
          <p:nvPr/>
        </p:nvSpPr>
        <p:spPr>
          <a:xfrm>
            <a:off x="2687925" y="1422961"/>
            <a:ext cx="3983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3600">
                <a:latin typeface="Consolas" panose="020B0609020204030204" pitchFamily="49" charset="0"/>
              </a:rPr>
              <a:t>nu is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sz="3600">
                <a:latin typeface="Consolas" panose="020B0609020204030204" pitchFamily="49" charset="0"/>
              </a:rPr>
              <a:t>ot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U</a:t>
            </a:r>
            <a:r>
              <a:rPr lang="en-US" altLang="ko-KR" sz="3600">
                <a:latin typeface="Consolas" panose="020B0609020204030204" pitchFamily="49" charset="0"/>
              </a:rPr>
              <a:t>nix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88D3E-9905-BFEF-36F5-6F44591A0972}"/>
              </a:ext>
            </a:extLst>
          </p:cNvPr>
          <p:cNvSpPr txBox="1"/>
          <p:nvPr/>
        </p:nvSpPr>
        <p:spPr>
          <a:xfrm>
            <a:off x="3079023" y="2061904"/>
            <a:ext cx="3983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3600">
                <a:latin typeface="Consolas" panose="020B0609020204030204" pitchFamily="49" charset="0"/>
              </a:rPr>
              <a:t>nu is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sz="3600">
                <a:latin typeface="Consolas" panose="020B0609020204030204" pitchFamily="49" charset="0"/>
              </a:rPr>
              <a:t>ot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U</a:t>
            </a:r>
            <a:r>
              <a:rPr lang="en-US" altLang="ko-KR" sz="3600">
                <a:latin typeface="Consolas" panose="020B0609020204030204" pitchFamily="49" charset="0"/>
              </a:rPr>
              <a:t>nix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0FA0A8-A894-3805-3383-3F2F6F84DF6E}"/>
              </a:ext>
            </a:extLst>
          </p:cNvPr>
          <p:cNvSpPr txBox="1"/>
          <p:nvPr/>
        </p:nvSpPr>
        <p:spPr>
          <a:xfrm>
            <a:off x="3431562" y="2623764"/>
            <a:ext cx="3983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3600">
                <a:latin typeface="Consolas" panose="020B0609020204030204" pitchFamily="49" charset="0"/>
              </a:rPr>
              <a:t>nu is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sz="3600">
                <a:latin typeface="Consolas" panose="020B0609020204030204" pitchFamily="49" charset="0"/>
              </a:rPr>
              <a:t>ot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U</a:t>
            </a:r>
            <a:r>
              <a:rPr lang="en-US" altLang="ko-KR" sz="3600">
                <a:latin typeface="Consolas" panose="020B0609020204030204" pitchFamily="49" charset="0"/>
              </a:rPr>
              <a:t>nix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EB556-6011-C17E-065B-2184249879EA}"/>
              </a:ext>
            </a:extLst>
          </p:cNvPr>
          <p:cNvSpPr txBox="1"/>
          <p:nvPr/>
        </p:nvSpPr>
        <p:spPr>
          <a:xfrm>
            <a:off x="3784101" y="3105834"/>
            <a:ext cx="3983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3600">
                <a:latin typeface="Consolas" panose="020B0609020204030204" pitchFamily="49" charset="0"/>
              </a:rPr>
              <a:t>nu is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sz="3600">
                <a:latin typeface="Consolas" panose="020B0609020204030204" pitchFamily="49" charset="0"/>
              </a:rPr>
              <a:t>ot 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U</a:t>
            </a:r>
            <a:r>
              <a:rPr lang="en-US" altLang="ko-KR" sz="3600">
                <a:latin typeface="Consolas" panose="020B0609020204030204" pitchFamily="49" charset="0"/>
              </a:rPr>
              <a:t>nix</a:t>
            </a:r>
          </a:p>
          <a:p>
            <a:pPr algn="l"/>
            <a:r>
              <a:rPr lang="en-US" altLang="ko-KR" sz="3600">
                <a:latin typeface="Consolas" panose="020B0609020204030204" pitchFamily="49" charset="0"/>
              </a:rPr>
              <a:t>....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CB69C-4C9E-D128-6952-E09041C7B7C5}"/>
              </a:ext>
            </a:extLst>
          </p:cNvPr>
          <p:cNvSpPr txBox="1"/>
          <p:nvPr/>
        </p:nvSpPr>
        <p:spPr>
          <a:xfrm>
            <a:off x="7628991" y="752718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GPL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17E3F-F571-F9DE-D630-0F138907E848}"/>
              </a:ext>
            </a:extLst>
          </p:cNvPr>
          <p:cNvSpPr txBox="1"/>
          <p:nvPr/>
        </p:nvSpPr>
        <p:spPr>
          <a:xfrm>
            <a:off x="8857372" y="752717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cc =&gt; gcc 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8BDF1-FC25-CE4A-5CE1-7AC6A058374C}"/>
              </a:ext>
            </a:extLst>
          </p:cNvPr>
          <p:cNvSpPr txBox="1"/>
          <p:nvPr/>
        </p:nvSpPr>
        <p:spPr>
          <a:xfrm>
            <a:off x="8857372" y="1226502"/>
            <a:ext cx="24641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db =&gt; gdb</a:t>
            </a:r>
          </a:p>
          <a:p>
            <a:pPr algn="l"/>
            <a:endParaRPr lang="en-US" altLang="ko-KR" sz="3600">
              <a:latin typeface="Consolas" panose="020B0609020204030204" pitchFamily="49" charset="0"/>
            </a:endParaRPr>
          </a:p>
          <a:p>
            <a:pPr algn="l"/>
            <a:r>
              <a:rPr lang="en-US" altLang="ko-KR" sz="3600">
                <a:latin typeface="Consolas" panose="020B0609020204030204" pitchFamily="49" charset="0"/>
              </a:rPr>
              <a:t>... 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7218B-3FFC-317C-EE52-DFAA457B67F9}"/>
              </a:ext>
            </a:extLst>
          </p:cNvPr>
          <p:cNvSpPr txBox="1"/>
          <p:nvPr/>
        </p:nvSpPr>
        <p:spPr>
          <a:xfrm>
            <a:off x="8488307" y="3256826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HURD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D46C1-C66A-35CF-8A57-4B766E71B157}"/>
              </a:ext>
            </a:extLst>
          </p:cNvPr>
          <p:cNvSpPr txBox="1"/>
          <p:nvPr/>
        </p:nvSpPr>
        <p:spPr>
          <a:xfrm>
            <a:off x="7974598" y="4044532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LINUX</a:t>
            </a:r>
            <a:endParaRPr lang="ko-KR" altLang="en-US" sz="3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82217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05080" y="313981"/>
            <a:ext cx="45223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Node temp;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7083846" y="1013552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7645706" y="1013552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B73A24-0BB2-4FC8-0213-240CC996B7D1}"/>
              </a:ext>
            </a:extLst>
          </p:cNvPr>
          <p:cNvSpPr/>
          <p:nvPr/>
        </p:nvSpPr>
        <p:spPr>
          <a:xfrm>
            <a:off x="10223652" y="1013552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38FB1E-96DC-99C0-1676-101E16D57ADC}"/>
              </a:ext>
            </a:extLst>
          </p:cNvPr>
          <p:cNvSpPr/>
          <p:nvPr/>
        </p:nvSpPr>
        <p:spPr>
          <a:xfrm>
            <a:off x="10785512" y="1013552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8207566" y="1294482"/>
            <a:ext cx="451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19EA33-934E-5D97-3E5A-3CA523F1C95E}"/>
              </a:ext>
            </a:extLst>
          </p:cNvPr>
          <p:cNvSpPr/>
          <p:nvPr/>
        </p:nvSpPr>
        <p:spPr>
          <a:xfrm>
            <a:off x="8659290" y="1013552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5702CE-69DF-7B77-2247-178F798EFDD0}"/>
              </a:ext>
            </a:extLst>
          </p:cNvPr>
          <p:cNvSpPr/>
          <p:nvPr/>
        </p:nvSpPr>
        <p:spPr>
          <a:xfrm>
            <a:off x="9221150" y="1013552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850E2C7-7043-9E3C-83CC-E6EC91451D36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9783010" y="1294482"/>
            <a:ext cx="440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04802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309904" y="358049"/>
            <a:ext cx="767710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insert_data(int data)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NODE *temp;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 = (NODE*)malloc(sizeof(NODE));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temp-&gt;data = 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6412152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8312227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10163060" y="314807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10724920" y="314807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DD19D7-D563-1FA1-C60F-8EF23A4E9819}"/>
              </a:ext>
            </a:extLst>
          </p:cNvPr>
          <p:cNvSpPr/>
          <p:nvPr/>
        </p:nvSpPr>
        <p:spPr>
          <a:xfrm>
            <a:off x="6599215" y="313056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8218696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8780556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stCxn id="22" idx="3"/>
            <a:endCxn id="16" idx="1"/>
          </p:cNvCxnSpPr>
          <p:nvPr/>
        </p:nvCxnSpPr>
        <p:spPr>
          <a:xfrm>
            <a:off x="9342416" y="3378439"/>
            <a:ext cx="820644" cy="505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7161075" y="3378439"/>
            <a:ext cx="1057621" cy="330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92794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6075" y="170500"/>
            <a:ext cx="767710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insert_data(int data,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NODE *temp;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 = (NODE*)malloc(sizeof(NODE));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temp-&gt;data = 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6412152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7750534" y="373823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10983704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11545564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9320270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9882130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>
            <a:off x="10443990" y="3319840"/>
            <a:ext cx="5397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7213294" y="3378439"/>
            <a:ext cx="44337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7656667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8218527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6089574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6651434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49D86343-2D82-5174-BB53-D461F81876A6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 flipV="1">
            <a:off x="8780387" y="3319840"/>
            <a:ext cx="539883" cy="58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31647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6075" y="170500"/>
            <a:ext cx="767710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insert_data(int data,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NODE *temp;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 = </a:t>
            </a:r>
            <a:r>
              <a:rPr lang="en-US" altLang="ko-KR" sz="2800">
                <a:solidFill>
                  <a:srgbClr val="FF0000"/>
                </a:solidFill>
                <a:latin typeface="Consolas" panose="020B0609020204030204" pitchFamily="49" charset="0"/>
              </a:rPr>
              <a:t>(NODE*)malloc(sizeof(NODE));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temp-&gt;data = 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6412152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7750534" y="373823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10983704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11545564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9320270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9882130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>
            <a:off x="10443990" y="3319840"/>
            <a:ext cx="5397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7213294" y="3378439"/>
            <a:ext cx="44337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7656667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8218527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6089574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6651434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49D86343-2D82-5174-BB53-D461F81876A6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 flipV="1">
            <a:off x="8780387" y="3319840"/>
            <a:ext cx="539883" cy="58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93209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6075" y="170500"/>
            <a:ext cx="80714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insert_data(NODE *temp,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6412152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7750534" y="373823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10983704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11545564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9320270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9882130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>
            <a:off x="10443990" y="3319840"/>
            <a:ext cx="5397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7213294" y="3378439"/>
            <a:ext cx="44337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7656667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8218527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6089574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6651434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49D86343-2D82-5174-BB53-D461F81876A6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 flipV="1">
            <a:off x="8780387" y="3319840"/>
            <a:ext cx="539883" cy="58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59345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6075" y="170500"/>
            <a:ext cx="80714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insert_data(NODE *temp,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6412152" y="26388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7750534" y="373823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10983704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11545564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9320270" y="3038910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9882130" y="3038910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>
            <a:off x="10443990" y="3319840"/>
            <a:ext cx="5397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7213294" y="3378439"/>
            <a:ext cx="44337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7656667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8218527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6089574" y="30975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6651434" y="30975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49D86343-2D82-5174-BB53-D461F81876A6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 flipV="1">
            <a:off x="8780387" y="3319840"/>
            <a:ext cx="539883" cy="58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6085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76075" y="170500"/>
            <a:ext cx="80714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insert_data(NODE *temp,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298C7-E91B-1902-DA16-D68856E204ED}"/>
              </a:ext>
            </a:extLst>
          </p:cNvPr>
          <p:cNvSpPr/>
          <p:nvPr/>
        </p:nvSpPr>
        <p:spPr>
          <a:xfrm>
            <a:off x="9882130" y="104660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B6D025-E3AE-CB98-DA42-88BE75555068}"/>
              </a:ext>
            </a:extLst>
          </p:cNvPr>
          <p:cNvSpPr/>
          <p:nvPr/>
        </p:nvSpPr>
        <p:spPr>
          <a:xfrm>
            <a:off x="10443990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0E037D8-AC3F-DC56-A5E5-4278F74F2D8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06289" y="1327533"/>
            <a:ext cx="87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068642-7A13-59AA-F06D-8AAC95ABE9C7}"/>
              </a:ext>
            </a:extLst>
          </p:cNvPr>
          <p:cNvSpPr/>
          <p:nvPr/>
        </p:nvSpPr>
        <p:spPr>
          <a:xfrm>
            <a:off x="8444429" y="104660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4038017" y="269819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5376399" y="379763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521E9-8E9B-7F81-6B4A-C3D2CA16BAAC}"/>
              </a:ext>
            </a:extLst>
          </p:cNvPr>
          <p:cNvSpPr/>
          <p:nvPr/>
        </p:nvSpPr>
        <p:spPr>
          <a:xfrm>
            <a:off x="8609569" y="30983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70C15A-C21B-4DD8-C088-51AE8C9E52F6}"/>
              </a:ext>
            </a:extLst>
          </p:cNvPr>
          <p:cNvSpPr/>
          <p:nvPr/>
        </p:nvSpPr>
        <p:spPr>
          <a:xfrm>
            <a:off x="9171429" y="30983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9FB1DE-FAD0-FA2F-BADC-A53C0D1547CB}"/>
              </a:ext>
            </a:extLst>
          </p:cNvPr>
          <p:cNvSpPr/>
          <p:nvPr/>
        </p:nvSpPr>
        <p:spPr>
          <a:xfrm>
            <a:off x="6946135" y="30983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B52467-DF84-B528-E20A-DEF58A76CA35}"/>
              </a:ext>
            </a:extLst>
          </p:cNvPr>
          <p:cNvSpPr/>
          <p:nvPr/>
        </p:nvSpPr>
        <p:spPr>
          <a:xfrm>
            <a:off x="7507995" y="30983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24552F32-C99F-78B9-9B81-560B7AA8EB37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>
            <a:off x="8069855" y="3379239"/>
            <a:ext cx="539714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4839159" y="3437838"/>
            <a:ext cx="44337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5282532" y="3156908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5844392" y="3156908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3715439" y="3156908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4277299" y="3156908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49D86343-2D82-5174-BB53-D461F81876A6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 flipV="1">
            <a:off x="6406252" y="3379239"/>
            <a:ext cx="539883" cy="58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B30E2F-0DEF-A887-4F1E-0DCB24A3264E}"/>
              </a:ext>
            </a:extLst>
          </p:cNvPr>
          <p:cNvSpPr txBox="1"/>
          <p:nvPr/>
        </p:nvSpPr>
        <p:spPr>
          <a:xfrm>
            <a:off x="10565511" y="2618142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tail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600214-1205-A1FC-AFAD-5C8342EFB86E}"/>
              </a:ext>
            </a:extLst>
          </p:cNvPr>
          <p:cNvSpPr/>
          <p:nvPr/>
        </p:nvSpPr>
        <p:spPr>
          <a:xfrm>
            <a:off x="10242933" y="3076851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821BB5-D61E-8085-B195-FD60AFBCF4D5}"/>
              </a:ext>
            </a:extLst>
          </p:cNvPr>
          <p:cNvSpPr/>
          <p:nvPr/>
        </p:nvSpPr>
        <p:spPr>
          <a:xfrm>
            <a:off x="10804793" y="3076851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CEDE6395-F5A8-0514-619B-2FF26477EAF5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 flipV="1">
            <a:off x="9733289" y="3357781"/>
            <a:ext cx="509644" cy="2145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EF91DB7C-04AE-C97E-5E42-7F6F993D38F1}"/>
              </a:ext>
            </a:extLst>
          </p:cNvPr>
          <p:cNvCxnSpPr>
            <a:cxnSpLocks/>
            <a:stCxn id="14" idx="3"/>
            <a:endCxn id="14" idx="2"/>
          </p:cNvCxnSpPr>
          <p:nvPr/>
        </p:nvCxnSpPr>
        <p:spPr>
          <a:xfrm flipH="1">
            <a:off x="11085723" y="3357781"/>
            <a:ext cx="280930" cy="280930"/>
          </a:xfrm>
          <a:prstGeom prst="curvedConnector4">
            <a:avLst>
              <a:gd name="adj1" fmla="val -81373"/>
              <a:gd name="adj2" fmla="val 181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410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-104518" y="83998"/>
            <a:ext cx="80714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insert_data(NODE *temp,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9AB7-209F-B257-EE08-E5D99D0727CF}"/>
              </a:ext>
            </a:extLst>
          </p:cNvPr>
          <p:cNvSpPr txBox="1"/>
          <p:nvPr/>
        </p:nvSpPr>
        <p:spPr>
          <a:xfrm>
            <a:off x="4038017" y="269819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56B77-D8EC-E377-5024-3C655B5FD463}"/>
              </a:ext>
            </a:extLst>
          </p:cNvPr>
          <p:cNvSpPr txBox="1"/>
          <p:nvPr/>
        </p:nvSpPr>
        <p:spPr>
          <a:xfrm>
            <a:off x="5440502" y="157447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AC882D08-4647-8839-93F1-B21891F5292A}"/>
              </a:ext>
            </a:extLst>
          </p:cNvPr>
          <p:cNvCxnSpPr>
            <a:cxnSpLocks/>
            <a:stCxn id="18" idx="3"/>
            <a:endCxn id="39" idx="1"/>
          </p:cNvCxnSpPr>
          <p:nvPr/>
        </p:nvCxnSpPr>
        <p:spPr>
          <a:xfrm flipV="1">
            <a:off x="4839159" y="2336394"/>
            <a:ext cx="544308" cy="11014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81D0A-0363-5760-EEA5-0BF8A04AA83C}"/>
              </a:ext>
            </a:extLst>
          </p:cNvPr>
          <p:cNvSpPr/>
          <p:nvPr/>
        </p:nvSpPr>
        <p:spPr>
          <a:xfrm>
            <a:off x="6843202" y="3098309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1E090-50F6-C9EC-241F-4FBDDC272873}"/>
              </a:ext>
            </a:extLst>
          </p:cNvPr>
          <p:cNvSpPr/>
          <p:nvPr/>
        </p:nvSpPr>
        <p:spPr>
          <a:xfrm>
            <a:off x="7405062" y="3098309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F8D624-9C33-5832-2B1E-761EB618862F}"/>
              </a:ext>
            </a:extLst>
          </p:cNvPr>
          <p:cNvSpPr/>
          <p:nvPr/>
        </p:nvSpPr>
        <p:spPr>
          <a:xfrm>
            <a:off x="3715439" y="3156908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398AF6-662C-A7BB-ACCE-0AFA920C44A8}"/>
              </a:ext>
            </a:extLst>
          </p:cNvPr>
          <p:cNvSpPr/>
          <p:nvPr/>
        </p:nvSpPr>
        <p:spPr>
          <a:xfrm>
            <a:off x="4277299" y="3156908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5E4CD76F-887B-DDA2-D911-0A9C83E20A61}"/>
              </a:ext>
            </a:extLst>
          </p:cNvPr>
          <p:cNvCxnSpPr>
            <a:cxnSpLocks/>
            <a:stCxn id="26" idx="3"/>
            <a:endCxn id="26" idx="2"/>
          </p:cNvCxnSpPr>
          <p:nvPr/>
        </p:nvCxnSpPr>
        <p:spPr>
          <a:xfrm flipH="1">
            <a:off x="9284465" y="1372176"/>
            <a:ext cx="280930" cy="280930"/>
          </a:xfrm>
          <a:prstGeom prst="curvedConnector4">
            <a:avLst>
              <a:gd name="adj1" fmla="val -81373"/>
              <a:gd name="adj2" fmla="val 181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042DC0-AF42-50B9-D011-E7819A8F199F}"/>
              </a:ext>
            </a:extLst>
          </p:cNvPr>
          <p:cNvSpPr/>
          <p:nvPr/>
        </p:nvSpPr>
        <p:spPr>
          <a:xfrm>
            <a:off x="8441675" y="109124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222ADA-F5FB-C2E9-F335-EA5A859B03A6}"/>
              </a:ext>
            </a:extLst>
          </p:cNvPr>
          <p:cNvSpPr/>
          <p:nvPr/>
        </p:nvSpPr>
        <p:spPr>
          <a:xfrm>
            <a:off x="9003535" y="109124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22DB06-CBD2-C03B-AEA9-9BA8219E138F}"/>
              </a:ext>
            </a:extLst>
          </p:cNvPr>
          <p:cNvSpPr txBox="1"/>
          <p:nvPr/>
        </p:nvSpPr>
        <p:spPr>
          <a:xfrm>
            <a:off x="8535542" y="622961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973EEB10-B63B-9518-1A92-A43937E6782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H="1">
            <a:off x="3715439" y="3379239"/>
            <a:ext cx="4251483" cy="58599"/>
          </a:xfrm>
          <a:prstGeom prst="curvedConnector5">
            <a:avLst>
              <a:gd name="adj1" fmla="val -5377"/>
              <a:gd name="adj2" fmla="val 1918942"/>
              <a:gd name="adj3" fmla="val 1053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8D3F276-6490-5E19-688A-70C3E35D1F18}"/>
              </a:ext>
            </a:extLst>
          </p:cNvPr>
          <p:cNvSpPr/>
          <p:nvPr/>
        </p:nvSpPr>
        <p:spPr>
          <a:xfrm>
            <a:off x="5383467" y="2055464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78CFAA-B683-BFF9-90C6-D393C722E49A}"/>
              </a:ext>
            </a:extLst>
          </p:cNvPr>
          <p:cNvSpPr/>
          <p:nvPr/>
        </p:nvSpPr>
        <p:spPr>
          <a:xfrm>
            <a:off x="5945327" y="2055464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DCC5EEFC-1908-7F31-5540-F53BC586BEFE}"/>
              </a:ext>
            </a:extLst>
          </p:cNvPr>
          <p:cNvCxnSpPr>
            <a:cxnSpLocks/>
            <a:stCxn id="40" idx="3"/>
            <a:endCxn id="12" idx="1"/>
          </p:cNvCxnSpPr>
          <p:nvPr/>
        </p:nvCxnSpPr>
        <p:spPr>
          <a:xfrm>
            <a:off x="6507187" y="2336394"/>
            <a:ext cx="336015" cy="10428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6944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FE8AB-6608-E802-1586-EAC88A6067C0}"/>
              </a:ext>
            </a:extLst>
          </p:cNvPr>
          <p:cNvSpPr txBox="1"/>
          <p:nvPr/>
        </p:nvSpPr>
        <p:spPr>
          <a:xfrm>
            <a:off x="5567744" y="144058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B0D75-B279-BCC0-A791-FCEA35597F80}"/>
              </a:ext>
            </a:extLst>
          </p:cNvPr>
          <p:cNvSpPr txBox="1"/>
          <p:nvPr/>
        </p:nvSpPr>
        <p:spPr>
          <a:xfrm>
            <a:off x="294925" y="934204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curr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77148739-81BD-3589-1412-F064724FF405}"/>
              </a:ext>
            </a:extLst>
          </p:cNvPr>
          <p:cNvCxnSpPr>
            <a:cxnSpLocks/>
            <a:stCxn id="10" idx="3"/>
            <a:endCxn id="22" idx="0"/>
          </p:cNvCxnSpPr>
          <p:nvPr/>
        </p:nvCxnSpPr>
        <p:spPr>
          <a:xfrm flipV="1">
            <a:off x="1324778" y="1848713"/>
            <a:ext cx="4991889" cy="258654"/>
          </a:xfrm>
          <a:prstGeom prst="curvedConnector4">
            <a:avLst>
              <a:gd name="adj1" fmla="val 7792"/>
              <a:gd name="adj2" fmla="val 1969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E8C3E7-1774-6029-8772-933E54199542}"/>
              </a:ext>
            </a:extLst>
          </p:cNvPr>
          <p:cNvSpPr/>
          <p:nvPr/>
        </p:nvSpPr>
        <p:spPr>
          <a:xfrm>
            <a:off x="3762371" y="185673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285305-5457-06D8-C005-DF466DA02C50}"/>
              </a:ext>
            </a:extLst>
          </p:cNvPr>
          <p:cNvSpPr/>
          <p:nvPr/>
        </p:nvSpPr>
        <p:spPr>
          <a:xfrm>
            <a:off x="4324231" y="185673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55834B-5B46-A212-7964-FD041DA667A4}"/>
              </a:ext>
            </a:extLst>
          </p:cNvPr>
          <p:cNvSpPr/>
          <p:nvPr/>
        </p:nvSpPr>
        <p:spPr>
          <a:xfrm>
            <a:off x="201058" y="1826437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C42BCA-ADE9-DBB0-EE26-E49898C13D87}"/>
              </a:ext>
            </a:extLst>
          </p:cNvPr>
          <p:cNvSpPr/>
          <p:nvPr/>
        </p:nvSpPr>
        <p:spPr>
          <a:xfrm>
            <a:off x="762918" y="1826437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2D3AAD5A-8CCF-2DB0-CBF9-1C957E796670}"/>
              </a:ext>
            </a:extLst>
          </p:cNvPr>
          <p:cNvCxnSpPr>
            <a:cxnSpLocks/>
            <a:stCxn id="22" idx="3"/>
            <a:endCxn id="7" idx="2"/>
          </p:cNvCxnSpPr>
          <p:nvPr/>
        </p:nvCxnSpPr>
        <p:spPr>
          <a:xfrm flipH="1">
            <a:off x="4043301" y="2129643"/>
            <a:ext cx="2554296" cy="288950"/>
          </a:xfrm>
          <a:prstGeom prst="curvedConnector4">
            <a:avLst>
              <a:gd name="adj1" fmla="val -8950"/>
              <a:gd name="adj2" fmla="val 1791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47B3C3-5E02-D679-D785-ABE166A0C0D9}"/>
              </a:ext>
            </a:extLst>
          </p:cNvPr>
          <p:cNvSpPr/>
          <p:nvPr/>
        </p:nvSpPr>
        <p:spPr>
          <a:xfrm>
            <a:off x="2050865" y="184871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40CCAB-5845-E2D7-5D05-1279838AC660}"/>
              </a:ext>
            </a:extLst>
          </p:cNvPr>
          <p:cNvSpPr/>
          <p:nvPr/>
        </p:nvSpPr>
        <p:spPr>
          <a:xfrm>
            <a:off x="2612725" y="184871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CDC0A011-00B5-387C-0D8F-A08D3FB2D2FE}"/>
              </a:ext>
            </a:extLst>
          </p:cNvPr>
          <p:cNvCxnSpPr>
            <a:cxnSpLocks/>
            <a:stCxn id="13" idx="3"/>
            <a:endCxn id="10" idx="2"/>
          </p:cNvCxnSpPr>
          <p:nvPr/>
        </p:nvCxnSpPr>
        <p:spPr>
          <a:xfrm flipH="1">
            <a:off x="1043848" y="2129643"/>
            <a:ext cx="2130737" cy="258654"/>
          </a:xfrm>
          <a:prstGeom prst="curvedConnector4">
            <a:avLst>
              <a:gd name="adj1" fmla="val -10729"/>
              <a:gd name="adj2" fmla="val 1969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21B1E2-FD05-AD05-B0AC-6479DD0509E1}"/>
              </a:ext>
            </a:extLst>
          </p:cNvPr>
          <p:cNvSpPr/>
          <p:nvPr/>
        </p:nvSpPr>
        <p:spPr>
          <a:xfrm>
            <a:off x="5473877" y="1848713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47D213-AD7C-AF95-870D-6AE1DD8BFFF5}"/>
              </a:ext>
            </a:extLst>
          </p:cNvPr>
          <p:cNvSpPr/>
          <p:nvPr/>
        </p:nvSpPr>
        <p:spPr>
          <a:xfrm>
            <a:off x="6035737" y="1848713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DA7C9DA6-ED49-A720-1177-61E8A23F26BD}"/>
              </a:ext>
            </a:extLst>
          </p:cNvPr>
          <p:cNvCxnSpPr>
            <a:cxnSpLocks/>
            <a:stCxn id="8" idx="3"/>
            <a:endCxn id="13" idx="2"/>
          </p:cNvCxnSpPr>
          <p:nvPr/>
        </p:nvCxnSpPr>
        <p:spPr>
          <a:xfrm flipH="1">
            <a:off x="2893655" y="2137663"/>
            <a:ext cx="1992436" cy="272910"/>
          </a:xfrm>
          <a:prstGeom prst="curvedConnector4">
            <a:avLst>
              <a:gd name="adj1" fmla="val -11473"/>
              <a:gd name="adj2" fmla="val 1867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38F87C-1E24-155B-C78A-F291CB7D0D73}"/>
              </a:ext>
            </a:extLst>
          </p:cNvPr>
          <p:cNvSpPr txBox="1"/>
          <p:nvPr/>
        </p:nvSpPr>
        <p:spPr>
          <a:xfrm>
            <a:off x="388456" y="1285862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800AF2-E837-AE03-2C70-DC59E6BC84CD}"/>
              </a:ext>
            </a:extLst>
          </p:cNvPr>
          <p:cNvSpPr txBox="1"/>
          <p:nvPr/>
        </p:nvSpPr>
        <p:spPr>
          <a:xfrm>
            <a:off x="7970704" y="1057619"/>
            <a:ext cx="399340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void reverse(NODE *head)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NODE *prev = head;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NODE *curr = prev-&gt;next;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NODE *next;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while( curr != head 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next = curr-&gt;next;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curr-&gt;next = prev;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prev = curr;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curr = next;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}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curr-&gt;next = prev;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0924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CEAD6-F783-AC0E-91EA-6E39CE9D3F05}"/>
              </a:ext>
            </a:extLst>
          </p:cNvPr>
          <p:cNvSpPr txBox="1"/>
          <p:nvPr/>
        </p:nvSpPr>
        <p:spPr>
          <a:xfrm>
            <a:off x="347174" y="3058552"/>
            <a:ext cx="807144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void insert_data(NODE *temp, NODE *head)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 = head-&gt;next;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head-&gt;next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temp-&gt;prev = head;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temp-&gt;next-&gt;prev = temp;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4BB00D-3CA0-5C1C-0AFE-1FFCAD9F9210}"/>
              </a:ext>
            </a:extLst>
          </p:cNvPr>
          <p:cNvSpPr/>
          <p:nvPr/>
        </p:nvSpPr>
        <p:spPr>
          <a:xfrm>
            <a:off x="6416557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80D28-9834-2074-7911-27EF29CAC21E}"/>
              </a:ext>
            </a:extLst>
          </p:cNvPr>
          <p:cNvSpPr/>
          <p:nvPr/>
        </p:nvSpPr>
        <p:spPr>
          <a:xfrm>
            <a:off x="697841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A8146C-EFB1-C58A-CCA8-4EF8B637D9CA}"/>
              </a:ext>
            </a:extLst>
          </p:cNvPr>
          <p:cNvSpPr/>
          <p:nvPr/>
        </p:nvSpPr>
        <p:spPr>
          <a:xfrm>
            <a:off x="585469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D85B-0FB5-A3CC-DA29-7C93E27C9DC5}"/>
              </a:ext>
            </a:extLst>
          </p:cNvPr>
          <p:cNvSpPr txBox="1"/>
          <p:nvPr/>
        </p:nvSpPr>
        <p:spPr>
          <a:xfrm>
            <a:off x="6135627" y="25889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789CF9-208C-C9BD-F8E4-9EBCEED0062F}"/>
              </a:ext>
            </a:extLst>
          </p:cNvPr>
          <p:cNvSpPr/>
          <p:nvPr/>
        </p:nvSpPr>
        <p:spPr>
          <a:xfrm>
            <a:off x="10695872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9FE567-E86D-0E7E-328D-3888A7B5F217}"/>
              </a:ext>
            </a:extLst>
          </p:cNvPr>
          <p:cNvSpPr/>
          <p:nvPr/>
        </p:nvSpPr>
        <p:spPr>
          <a:xfrm>
            <a:off x="1125773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5D6351-0AC2-30C1-8774-C55FA6B9DB94}"/>
              </a:ext>
            </a:extLst>
          </p:cNvPr>
          <p:cNvSpPr/>
          <p:nvPr/>
        </p:nvSpPr>
        <p:spPr>
          <a:xfrm>
            <a:off x="1013401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554BA44-E6AA-1F02-5A12-276CAE63EE7F}"/>
              </a:ext>
            </a:extLst>
          </p:cNvPr>
          <p:cNvCxnSpPr>
            <a:cxnSpLocks/>
            <a:stCxn id="9" idx="0"/>
            <a:endCxn id="30" idx="1"/>
          </p:cNvCxnSpPr>
          <p:nvPr/>
        </p:nvCxnSpPr>
        <p:spPr>
          <a:xfrm rot="16200000" flipH="1">
            <a:off x="7519491" y="38222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C3EC99E-41F1-0946-03F9-6EF46FEFD2D6}"/>
              </a:ext>
            </a:extLst>
          </p:cNvPr>
          <p:cNvCxnSpPr>
            <a:cxnSpLocks/>
            <a:stCxn id="18" idx="2"/>
            <a:endCxn id="29" idx="3"/>
          </p:cNvCxnSpPr>
          <p:nvPr/>
        </p:nvCxnSpPr>
        <p:spPr>
          <a:xfrm rot="5400000" flipH="1">
            <a:off x="9940079" y="72936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19C261-40DB-7478-78DB-9F48AE55DFBB}"/>
              </a:ext>
            </a:extLst>
          </p:cNvPr>
          <p:cNvSpPr/>
          <p:nvPr/>
        </p:nvSpPr>
        <p:spPr>
          <a:xfrm>
            <a:off x="8622425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8326F1-C64E-D46B-D885-4384AAAC19B8}"/>
              </a:ext>
            </a:extLst>
          </p:cNvPr>
          <p:cNvSpPr/>
          <p:nvPr/>
        </p:nvSpPr>
        <p:spPr>
          <a:xfrm>
            <a:off x="918428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B8849DE-4771-D9F9-C9DC-16F44D35DFFB}"/>
              </a:ext>
            </a:extLst>
          </p:cNvPr>
          <p:cNvSpPr/>
          <p:nvPr/>
        </p:nvSpPr>
        <p:spPr>
          <a:xfrm>
            <a:off x="806056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7E9777-59EF-491E-40BD-8E496D5198A2}"/>
              </a:ext>
            </a:extLst>
          </p:cNvPr>
          <p:cNvSpPr txBox="1"/>
          <p:nvPr/>
        </p:nvSpPr>
        <p:spPr>
          <a:xfrm>
            <a:off x="8528893" y="1311007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F1277597-CFFA-9C7F-094D-1E25D407BCE3}"/>
              </a:ext>
            </a:extLst>
          </p:cNvPr>
          <p:cNvCxnSpPr>
            <a:cxnSpLocks/>
            <a:stCxn id="29" idx="0"/>
            <a:endCxn id="18" idx="1"/>
          </p:cNvCxnSpPr>
          <p:nvPr/>
        </p:nvCxnSpPr>
        <p:spPr>
          <a:xfrm rot="16200000" flipH="1">
            <a:off x="9659148" y="44843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9B3BB7B7-21D5-F75D-86CA-6E3FE8DB8F7D}"/>
              </a:ext>
            </a:extLst>
          </p:cNvPr>
          <p:cNvCxnSpPr>
            <a:cxnSpLocks/>
            <a:stCxn id="30" idx="2"/>
            <a:endCxn id="9" idx="3"/>
          </p:cNvCxnSpPr>
          <p:nvPr/>
        </p:nvCxnSpPr>
        <p:spPr>
          <a:xfrm rot="5400000" flipH="1">
            <a:off x="7800421" y="66315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205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CEAD6-F783-AC0E-91EA-6E39CE9D3F05}"/>
              </a:ext>
            </a:extLst>
          </p:cNvPr>
          <p:cNvSpPr txBox="1"/>
          <p:nvPr/>
        </p:nvSpPr>
        <p:spPr>
          <a:xfrm>
            <a:off x="420879" y="4046578"/>
            <a:ext cx="75200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void insert_data(NODE *temp, NODE *prev, NODE *next)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temp-&gt;next = next;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prev-&gt;next = temp;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temp-&gt;prev = prev;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next-&gt;prev = temp;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4BB00D-3CA0-5C1C-0AFE-1FFCAD9F9210}"/>
              </a:ext>
            </a:extLst>
          </p:cNvPr>
          <p:cNvSpPr/>
          <p:nvPr/>
        </p:nvSpPr>
        <p:spPr>
          <a:xfrm>
            <a:off x="6416557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80D28-9834-2074-7911-27EF29CAC21E}"/>
              </a:ext>
            </a:extLst>
          </p:cNvPr>
          <p:cNvSpPr/>
          <p:nvPr/>
        </p:nvSpPr>
        <p:spPr>
          <a:xfrm>
            <a:off x="697841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A8146C-EFB1-C58A-CCA8-4EF8B637D9CA}"/>
              </a:ext>
            </a:extLst>
          </p:cNvPr>
          <p:cNvSpPr/>
          <p:nvPr/>
        </p:nvSpPr>
        <p:spPr>
          <a:xfrm>
            <a:off x="585469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D85B-0FB5-A3CC-DA29-7C93E27C9DC5}"/>
              </a:ext>
            </a:extLst>
          </p:cNvPr>
          <p:cNvSpPr txBox="1"/>
          <p:nvPr/>
        </p:nvSpPr>
        <p:spPr>
          <a:xfrm>
            <a:off x="6135627" y="25889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789CF9-208C-C9BD-F8E4-9EBCEED0062F}"/>
              </a:ext>
            </a:extLst>
          </p:cNvPr>
          <p:cNvSpPr/>
          <p:nvPr/>
        </p:nvSpPr>
        <p:spPr>
          <a:xfrm>
            <a:off x="10695872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9FE567-E86D-0E7E-328D-3888A7B5F217}"/>
              </a:ext>
            </a:extLst>
          </p:cNvPr>
          <p:cNvSpPr/>
          <p:nvPr/>
        </p:nvSpPr>
        <p:spPr>
          <a:xfrm>
            <a:off x="1125773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5D6351-0AC2-30C1-8774-C55FA6B9DB94}"/>
              </a:ext>
            </a:extLst>
          </p:cNvPr>
          <p:cNvSpPr/>
          <p:nvPr/>
        </p:nvSpPr>
        <p:spPr>
          <a:xfrm>
            <a:off x="1013401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554BA44-E6AA-1F02-5A12-276CAE63EE7F}"/>
              </a:ext>
            </a:extLst>
          </p:cNvPr>
          <p:cNvCxnSpPr>
            <a:cxnSpLocks/>
            <a:stCxn id="9" idx="0"/>
            <a:endCxn id="30" idx="1"/>
          </p:cNvCxnSpPr>
          <p:nvPr/>
        </p:nvCxnSpPr>
        <p:spPr>
          <a:xfrm rot="16200000" flipH="1">
            <a:off x="7519491" y="38222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C3EC99E-41F1-0946-03F9-6EF46FEFD2D6}"/>
              </a:ext>
            </a:extLst>
          </p:cNvPr>
          <p:cNvCxnSpPr>
            <a:cxnSpLocks/>
            <a:stCxn id="18" idx="2"/>
            <a:endCxn id="29" idx="3"/>
          </p:cNvCxnSpPr>
          <p:nvPr/>
        </p:nvCxnSpPr>
        <p:spPr>
          <a:xfrm rot="5400000" flipH="1">
            <a:off x="9940079" y="72936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19C261-40DB-7478-78DB-9F48AE55DFBB}"/>
              </a:ext>
            </a:extLst>
          </p:cNvPr>
          <p:cNvSpPr/>
          <p:nvPr/>
        </p:nvSpPr>
        <p:spPr>
          <a:xfrm>
            <a:off x="8622425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8326F1-C64E-D46B-D885-4384AAAC19B8}"/>
              </a:ext>
            </a:extLst>
          </p:cNvPr>
          <p:cNvSpPr/>
          <p:nvPr/>
        </p:nvSpPr>
        <p:spPr>
          <a:xfrm>
            <a:off x="918428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B8849DE-4771-D9F9-C9DC-16F44D35DFFB}"/>
              </a:ext>
            </a:extLst>
          </p:cNvPr>
          <p:cNvSpPr/>
          <p:nvPr/>
        </p:nvSpPr>
        <p:spPr>
          <a:xfrm>
            <a:off x="806056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7E9777-59EF-491E-40BD-8E496D5198A2}"/>
              </a:ext>
            </a:extLst>
          </p:cNvPr>
          <p:cNvSpPr txBox="1"/>
          <p:nvPr/>
        </p:nvSpPr>
        <p:spPr>
          <a:xfrm>
            <a:off x="8528893" y="1311007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F1277597-CFFA-9C7F-094D-1E25D407BCE3}"/>
              </a:ext>
            </a:extLst>
          </p:cNvPr>
          <p:cNvCxnSpPr>
            <a:cxnSpLocks/>
            <a:stCxn id="29" idx="0"/>
            <a:endCxn id="18" idx="1"/>
          </p:cNvCxnSpPr>
          <p:nvPr/>
        </p:nvCxnSpPr>
        <p:spPr>
          <a:xfrm rot="16200000" flipH="1">
            <a:off x="9659148" y="44843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9B3BB7B7-21D5-F75D-86CA-6E3FE8DB8F7D}"/>
              </a:ext>
            </a:extLst>
          </p:cNvPr>
          <p:cNvCxnSpPr>
            <a:cxnSpLocks/>
            <a:stCxn id="30" idx="2"/>
            <a:endCxn id="9" idx="3"/>
          </p:cNvCxnSpPr>
          <p:nvPr/>
        </p:nvCxnSpPr>
        <p:spPr>
          <a:xfrm rot="5400000" flipH="1">
            <a:off x="7800421" y="66315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98001C-BB35-8E32-C5CC-568C0D7B2513}"/>
              </a:ext>
            </a:extLst>
          </p:cNvPr>
          <p:cNvSpPr txBox="1"/>
          <p:nvPr/>
        </p:nvSpPr>
        <p:spPr>
          <a:xfrm>
            <a:off x="10644132" y="21821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4DEA2-A702-B6DE-F55D-51BE3E2E7281}"/>
              </a:ext>
            </a:extLst>
          </p:cNvPr>
          <p:cNvSpPr txBox="1"/>
          <p:nvPr/>
        </p:nvSpPr>
        <p:spPr>
          <a:xfrm>
            <a:off x="448256" y="1311007"/>
            <a:ext cx="59683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void insert_front(NODE *temp, NODE *head)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insert_data(temp, head, head-&gt;next);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2F809-F49C-E2D6-3782-537CFDBD6B53}"/>
              </a:ext>
            </a:extLst>
          </p:cNvPr>
          <p:cNvSpPr txBox="1"/>
          <p:nvPr/>
        </p:nvSpPr>
        <p:spPr>
          <a:xfrm>
            <a:off x="6096000" y="-7792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9B21F-0719-2816-852E-FF8A4BF55AFC}"/>
              </a:ext>
            </a:extLst>
          </p:cNvPr>
          <p:cNvSpPr txBox="1"/>
          <p:nvPr/>
        </p:nvSpPr>
        <p:spPr>
          <a:xfrm>
            <a:off x="10604505" y="-11860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head-&gt;next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D09AD-A619-9455-6F96-E2A750CD9529}"/>
              </a:ext>
            </a:extLst>
          </p:cNvPr>
          <p:cNvSpPr txBox="1"/>
          <p:nvPr/>
        </p:nvSpPr>
        <p:spPr>
          <a:xfrm>
            <a:off x="420879" y="2678792"/>
            <a:ext cx="59683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void insert_back(NODE *temp, NODE *head)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insert_data(temp, head-&gt;prev, head);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}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F30FC-30EA-9F44-DD12-AB66B59FA343}"/>
              </a:ext>
            </a:extLst>
          </p:cNvPr>
          <p:cNvSpPr txBox="1"/>
          <p:nvPr/>
        </p:nvSpPr>
        <p:spPr>
          <a:xfrm>
            <a:off x="10224283" y="1559577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head-&gt;prev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0170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void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*data;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4BB00D-3CA0-5C1C-0AFE-1FFCAD9F9210}"/>
              </a:ext>
            </a:extLst>
          </p:cNvPr>
          <p:cNvSpPr/>
          <p:nvPr/>
        </p:nvSpPr>
        <p:spPr>
          <a:xfrm>
            <a:off x="6416557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80D28-9834-2074-7911-27EF29CAC21E}"/>
              </a:ext>
            </a:extLst>
          </p:cNvPr>
          <p:cNvSpPr/>
          <p:nvPr/>
        </p:nvSpPr>
        <p:spPr>
          <a:xfrm>
            <a:off x="697841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A8146C-EFB1-C58A-CCA8-4EF8B637D9CA}"/>
              </a:ext>
            </a:extLst>
          </p:cNvPr>
          <p:cNvSpPr/>
          <p:nvPr/>
        </p:nvSpPr>
        <p:spPr>
          <a:xfrm>
            <a:off x="585469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D85B-0FB5-A3CC-DA29-7C93E27C9DC5}"/>
              </a:ext>
            </a:extLst>
          </p:cNvPr>
          <p:cNvSpPr txBox="1"/>
          <p:nvPr/>
        </p:nvSpPr>
        <p:spPr>
          <a:xfrm>
            <a:off x="6135627" y="25889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789CF9-208C-C9BD-F8E4-9EBCEED0062F}"/>
              </a:ext>
            </a:extLst>
          </p:cNvPr>
          <p:cNvSpPr/>
          <p:nvPr/>
        </p:nvSpPr>
        <p:spPr>
          <a:xfrm>
            <a:off x="10695872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9FE567-E86D-0E7E-328D-3888A7B5F217}"/>
              </a:ext>
            </a:extLst>
          </p:cNvPr>
          <p:cNvSpPr/>
          <p:nvPr/>
        </p:nvSpPr>
        <p:spPr>
          <a:xfrm>
            <a:off x="1125773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5D6351-0AC2-30C1-8774-C55FA6B9DB94}"/>
              </a:ext>
            </a:extLst>
          </p:cNvPr>
          <p:cNvSpPr/>
          <p:nvPr/>
        </p:nvSpPr>
        <p:spPr>
          <a:xfrm>
            <a:off x="1013401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554BA44-E6AA-1F02-5A12-276CAE63EE7F}"/>
              </a:ext>
            </a:extLst>
          </p:cNvPr>
          <p:cNvCxnSpPr>
            <a:cxnSpLocks/>
            <a:stCxn id="9" idx="0"/>
            <a:endCxn id="30" idx="1"/>
          </p:cNvCxnSpPr>
          <p:nvPr/>
        </p:nvCxnSpPr>
        <p:spPr>
          <a:xfrm rot="16200000" flipH="1">
            <a:off x="7519491" y="38222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C3EC99E-41F1-0946-03F9-6EF46FEFD2D6}"/>
              </a:ext>
            </a:extLst>
          </p:cNvPr>
          <p:cNvCxnSpPr>
            <a:cxnSpLocks/>
            <a:stCxn id="18" idx="2"/>
            <a:endCxn id="29" idx="3"/>
          </p:cNvCxnSpPr>
          <p:nvPr/>
        </p:nvCxnSpPr>
        <p:spPr>
          <a:xfrm rot="5400000" flipH="1">
            <a:off x="9940079" y="72936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19C261-40DB-7478-78DB-9F48AE55DFBB}"/>
              </a:ext>
            </a:extLst>
          </p:cNvPr>
          <p:cNvSpPr/>
          <p:nvPr/>
        </p:nvSpPr>
        <p:spPr>
          <a:xfrm>
            <a:off x="8622425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8326F1-C64E-D46B-D885-4384AAAC19B8}"/>
              </a:ext>
            </a:extLst>
          </p:cNvPr>
          <p:cNvSpPr/>
          <p:nvPr/>
        </p:nvSpPr>
        <p:spPr>
          <a:xfrm>
            <a:off x="918428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B8849DE-4771-D9F9-C9DC-16F44D35DFFB}"/>
              </a:ext>
            </a:extLst>
          </p:cNvPr>
          <p:cNvSpPr/>
          <p:nvPr/>
        </p:nvSpPr>
        <p:spPr>
          <a:xfrm>
            <a:off x="806056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F1277597-CFFA-9C7F-094D-1E25D407BCE3}"/>
              </a:ext>
            </a:extLst>
          </p:cNvPr>
          <p:cNvCxnSpPr>
            <a:cxnSpLocks/>
            <a:stCxn id="29" idx="0"/>
            <a:endCxn id="18" idx="1"/>
          </p:cNvCxnSpPr>
          <p:nvPr/>
        </p:nvCxnSpPr>
        <p:spPr>
          <a:xfrm rot="16200000" flipH="1">
            <a:off x="9659148" y="44843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9B3BB7B7-21D5-F75D-86CA-6E3FE8DB8F7D}"/>
              </a:ext>
            </a:extLst>
          </p:cNvPr>
          <p:cNvCxnSpPr>
            <a:cxnSpLocks/>
            <a:stCxn id="30" idx="2"/>
            <a:endCxn id="9" idx="3"/>
          </p:cNvCxnSpPr>
          <p:nvPr/>
        </p:nvCxnSpPr>
        <p:spPr>
          <a:xfrm rot="5400000" flipH="1">
            <a:off x="7800421" y="66315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5B6224-E822-E0D5-59ED-30DCEBC8D178}"/>
              </a:ext>
            </a:extLst>
          </p:cNvPr>
          <p:cNvSpPr txBox="1"/>
          <p:nvPr/>
        </p:nvSpPr>
        <p:spPr>
          <a:xfrm>
            <a:off x="424150" y="3216925"/>
            <a:ext cx="71513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void insert_front(NODE *temp, NODE *head)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insert_data(temp, head, head-&gt;next);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E975BEA-1165-C9C9-A7DC-9C61B52C62A6}"/>
              </a:ext>
            </a:extLst>
          </p:cNvPr>
          <p:cNvCxnSpPr/>
          <p:nvPr/>
        </p:nvCxnSpPr>
        <p:spPr>
          <a:xfrm>
            <a:off x="5618602" y="1817783"/>
            <a:ext cx="65330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99AB08-4A32-5B93-5ADA-B2BDB8971858}"/>
              </a:ext>
            </a:extLst>
          </p:cNvPr>
          <p:cNvSpPr/>
          <p:nvPr/>
        </p:nvSpPr>
        <p:spPr>
          <a:xfrm>
            <a:off x="8242343" y="2401677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66B2F6-CF6E-EB48-0290-19D272123B3D}"/>
              </a:ext>
            </a:extLst>
          </p:cNvPr>
          <p:cNvSpPr/>
          <p:nvPr/>
        </p:nvSpPr>
        <p:spPr>
          <a:xfrm>
            <a:off x="8242343" y="2820316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이순신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48C70F-47F6-64E9-20C0-7F2587DF2F99}"/>
              </a:ext>
            </a:extLst>
          </p:cNvPr>
          <p:cNvSpPr/>
          <p:nvPr/>
        </p:nvSpPr>
        <p:spPr>
          <a:xfrm>
            <a:off x="10285971" y="2401677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3E900-6CA7-6330-62C8-FE5DDDBD9A59}"/>
              </a:ext>
            </a:extLst>
          </p:cNvPr>
          <p:cNvSpPr/>
          <p:nvPr/>
        </p:nvSpPr>
        <p:spPr>
          <a:xfrm>
            <a:off x="10285971" y="2820316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강감찬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C66BD749-FB1E-73D1-56B3-6F97A0A8CE8C}"/>
              </a:ext>
            </a:extLst>
          </p:cNvPr>
          <p:cNvCxnSpPr>
            <a:cxnSpLocks/>
            <a:stCxn id="28" idx="2"/>
            <a:endCxn id="8" idx="0"/>
          </p:cNvCxnSpPr>
          <p:nvPr/>
        </p:nvCxnSpPr>
        <p:spPr>
          <a:xfrm rot="5400000">
            <a:off x="8304630" y="1802951"/>
            <a:ext cx="1197451" cy="1270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A136DBB-39FA-F421-4092-E0C6D1E9F245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rot="5400000">
            <a:off x="10363168" y="1788042"/>
            <a:ext cx="1197451" cy="29819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DC782B-3E0A-3258-3DE1-A30CDD5A409A}"/>
              </a:ext>
            </a:extLst>
          </p:cNvPr>
          <p:cNvSpPr txBox="1"/>
          <p:nvPr/>
        </p:nvSpPr>
        <p:spPr>
          <a:xfrm>
            <a:off x="7686103" y="211724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841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void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*data;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4BB00D-3CA0-5C1C-0AFE-1FFCAD9F9210}"/>
              </a:ext>
            </a:extLst>
          </p:cNvPr>
          <p:cNvSpPr/>
          <p:nvPr/>
        </p:nvSpPr>
        <p:spPr>
          <a:xfrm>
            <a:off x="6416557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80D28-9834-2074-7911-27EF29CAC21E}"/>
              </a:ext>
            </a:extLst>
          </p:cNvPr>
          <p:cNvSpPr/>
          <p:nvPr/>
        </p:nvSpPr>
        <p:spPr>
          <a:xfrm>
            <a:off x="697841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A8146C-EFB1-C58A-CCA8-4EF8B637D9CA}"/>
              </a:ext>
            </a:extLst>
          </p:cNvPr>
          <p:cNvSpPr/>
          <p:nvPr/>
        </p:nvSpPr>
        <p:spPr>
          <a:xfrm>
            <a:off x="5854697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D85B-0FB5-A3CC-DA29-7C93E27C9DC5}"/>
              </a:ext>
            </a:extLst>
          </p:cNvPr>
          <p:cNvSpPr txBox="1"/>
          <p:nvPr/>
        </p:nvSpPr>
        <p:spPr>
          <a:xfrm>
            <a:off x="6135627" y="25889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head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789CF9-208C-C9BD-F8E4-9EBCEED0062F}"/>
              </a:ext>
            </a:extLst>
          </p:cNvPr>
          <p:cNvSpPr/>
          <p:nvPr/>
        </p:nvSpPr>
        <p:spPr>
          <a:xfrm>
            <a:off x="10695872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9FE567-E86D-0E7E-328D-3888A7B5F217}"/>
              </a:ext>
            </a:extLst>
          </p:cNvPr>
          <p:cNvSpPr/>
          <p:nvPr/>
        </p:nvSpPr>
        <p:spPr>
          <a:xfrm>
            <a:off x="1125773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5D6351-0AC2-30C1-8774-C55FA6B9DB94}"/>
              </a:ext>
            </a:extLst>
          </p:cNvPr>
          <p:cNvSpPr/>
          <p:nvPr/>
        </p:nvSpPr>
        <p:spPr>
          <a:xfrm>
            <a:off x="10134012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554BA44-E6AA-1F02-5A12-276CAE63EE7F}"/>
              </a:ext>
            </a:extLst>
          </p:cNvPr>
          <p:cNvCxnSpPr>
            <a:cxnSpLocks/>
            <a:stCxn id="9" idx="0"/>
            <a:endCxn id="30" idx="1"/>
          </p:cNvCxnSpPr>
          <p:nvPr/>
        </p:nvCxnSpPr>
        <p:spPr>
          <a:xfrm rot="16200000" flipH="1">
            <a:off x="7519491" y="38222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C3EC99E-41F1-0946-03F9-6EF46FEFD2D6}"/>
              </a:ext>
            </a:extLst>
          </p:cNvPr>
          <p:cNvCxnSpPr>
            <a:cxnSpLocks/>
            <a:stCxn id="18" idx="2"/>
            <a:endCxn id="29" idx="3"/>
          </p:cNvCxnSpPr>
          <p:nvPr/>
        </p:nvCxnSpPr>
        <p:spPr>
          <a:xfrm rot="5400000" flipH="1">
            <a:off x="9940079" y="72936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19C261-40DB-7478-78DB-9F48AE55DFBB}"/>
              </a:ext>
            </a:extLst>
          </p:cNvPr>
          <p:cNvSpPr/>
          <p:nvPr/>
        </p:nvSpPr>
        <p:spPr>
          <a:xfrm>
            <a:off x="8622425" y="642366"/>
            <a:ext cx="561860" cy="56186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8326F1-C64E-D46B-D885-4384AAAC19B8}"/>
              </a:ext>
            </a:extLst>
          </p:cNvPr>
          <p:cNvSpPr/>
          <p:nvPr/>
        </p:nvSpPr>
        <p:spPr>
          <a:xfrm>
            <a:off x="918428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B8849DE-4771-D9F9-C9DC-16F44D35DFFB}"/>
              </a:ext>
            </a:extLst>
          </p:cNvPr>
          <p:cNvSpPr/>
          <p:nvPr/>
        </p:nvSpPr>
        <p:spPr>
          <a:xfrm>
            <a:off x="8060565" y="642366"/>
            <a:ext cx="561860" cy="561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F1277597-CFFA-9C7F-094D-1E25D407BCE3}"/>
              </a:ext>
            </a:extLst>
          </p:cNvPr>
          <p:cNvCxnSpPr>
            <a:cxnSpLocks/>
            <a:stCxn id="29" idx="0"/>
            <a:endCxn id="18" idx="1"/>
          </p:cNvCxnSpPr>
          <p:nvPr/>
        </p:nvCxnSpPr>
        <p:spPr>
          <a:xfrm rot="16200000" flipH="1">
            <a:off x="9659148" y="448433"/>
            <a:ext cx="280930" cy="668797"/>
          </a:xfrm>
          <a:prstGeom prst="curvedConnector4">
            <a:avLst>
              <a:gd name="adj1" fmla="val -81373"/>
              <a:gd name="adj2" fmla="val 710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9B3BB7B7-21D5-F75D-86CA-6E3FE8DB8F7D}"/>
              </a:ext>
            </a:extLst>
          </p:cNvPr>
          <p:cNvCxnSpPr>
            <a:cxnSpLocks/>
            <a:stCxn id="30" idx="2"/>
            <a:endCxn id="9" idx="3"/>
          </p:cNvCxnSpPr>
          <p:nvPr/>
        </p:nvCxnSpPr>
        <p:spPr>
          <a:xfrm rot="5400000" flipH="1">
            <a:off x="7800421" y="663152"/>
            <a:ext cx="280930" cy="801218"/>
          </a:xfrm>
          <a:prstGeom prst="curvedConnector4">
            <a:avLst>
              <a:gd name="adj1" fmla="val -81373"/>
              <a:gd name="adj2" fmla="val 675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5B6224-E822-E0D5-59ED-30DCEBC8D178}"/>
              </a:ext>
            </a:extLst>
          </p:cNvPr>
          <p:cNvSpPr txBox="1"/>
          <p:nvPr/>
        </p:nvSpPr>
        <p:spPr>
          <a:xfrm>
            <a:off x="424150" y="3216925"/>
            <a:ext cx="71513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void insert_front(NODE *temp, NODE *head)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insert_data(temp, head, head-&gt;next);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E975BEA-1165-C9C9-A7DC-9C61B52C62A6}"/>
              </a:ext>
            </a:extLst>
          </p:cNvPr>
          <p:cNvCxnSpPr/>
          <p:nvPr/>
        </p:nvCxnSpPr>
        <p:spPr>
          <a:xfrm>
            <a:off x="5618602" y="1817783"/>
            <a:ext cx="65330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99AB08-4A32-5B93-5ADA-B2BDB8971858}"/>
              </a:ext>
            </a:extLst>
          </p:cNvPr>
          <p:cNvSpPr/>
          <p:nvPr/>
        </p:nvSpPr>
        <p:spPr>
          <a:xfrm>
            <a:off x="8262945" y="2401677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66B2F6-CF6E-EB48-0290-19D272123B3D}"/>
              </a:ext>
            </a:extLst>
          </p:cNvPr>
          <p:cNvSpPr/>
          <p:nvPr/>
        </p:nvSpPr>
        <p:spPr>
          <a:xfrm>
            <a:off x="8262945" y="2820316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이순신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48C70F-47F6-64E9-20C0-7F2587DF2F99}"/>
              </a:ext>
            </a:extLst>
          </p:cNvPr>
          <p:cNvSpPr/>
          <p:nvPr/>
        </p:nvSpPr>
        <p:spPr>
          <a:xfrm>
            <a:off x="10285971" y="2401677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3E900-6CA7-6330-62C8-FE5DDDBD9A59}"/>
              </a:ext>
            </a:extLst>
          </p:cNvPr>
          <p:cNvSpPr/>
          <p:nvPr/>
        </p:nvSpPr>
        <p:spPr>
          <a:xfrm>
            <a:off x="10285971" y="2820316"/>
            <a:ext cx="1322024" cy="4186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강감찬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C66BD749-FB1E-73D1-56B3-6F97A0A8CE8C}"/>
              </a:ext>
            </a:extLst>
          </p:cNvPr>
          <p:cNvCxnSpPr>
            <a:cxnSpLocks/>
            <a:stCxn id="28" idx="2"/>
            <a:endCxn id="8" idx="0"/>
          </p:cNvCxnSpPr>
          <p:nvPr/>
        </p:nvCxnSpPr>
        <p:spPr>
          <a:xfrm rot="16200000" flipH="1">
            <a:off x="8314931" y="1792650"/>
            <a:ext cx="1197451" cy="2060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A136DBB-39FA-F421-4092-E0C6D1E9F245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rot="5400000">
            <a:off x="10363168" y="1788042"/>
            <a:ext cx="1197451" cy="29819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DC782B-3E0A-3258-3DE1-A30CDD5A409A}"/>
              </a:ext>
            </a:extLst>
          </p:cNvPr>
          <p:cNvSpPr txBox="1"/>
          <p:nvPr/>
        </p:nvSpPr>
        <p:spPr>
          <a:xfrm>
            <a:off x="7686103" y="211724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0032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E563DB-B6A4-03FF-765B-AAC62559FBA0}"/>
              </a:ext>
            </a:extLst>
          </p:cNvPr>
          <p:cNvSpPr/>
          <p:nvPr/>
        </p:nvSpPr>
        <p:spPr>
          <a:xfrm>
            <a:off x="6548643" y="3404212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43E4A5-FD75-565A-5872-8D6681F4F1B4}"/>
              </a:ext>
            </a:extLst>
          </p:cNvPr>
          <p:cNvSpPr/>
          <p:nvPr/>
        </p:nvSpPr>
        <p:spPr>
          <a:xfrm>
            <a:off x="6548643" y="3850395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>
                <a:latin typeface="Consolas" panose="020B0609020204030204" pitchFamily="49" charset="0"/>
              </a:rPr>
              <a:t>typedef struct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int sid;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char name[40];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NODE list;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 SAWON;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509BB-BBA9-12F5-6D07-7DD99C94FFFE}"/>
              </a:ext>
            </a:extLst>
          </p:cNvPr>
          <p:cNvSpPr txBox="1"/>
          <p:nvPr/>
        </p:nvSpPr>
        <p:spPr>
          <a:xfrm>
            <a:off x="5832590" y="537630"/>
            <a:ext cx="5282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리스트에 데이터를 넣지 말고</a:t>
            </a:r>
            <a:r>
              <a:rPr lang="en-US" altLang="ko-KR" sz="2800"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ko-KR" altLang="en-US" sz="2800">
                <a:latin typeface="Consolas" panose="020B0609020204030204" pitchFamily="49" charset="0"/>
              </a:rPr>
              <a:t>데이터에 리스트를 넣어라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1993D-8914-E92B-A3BF-96CFD030FD54}"/>
              </a:ext>
            </a:extLst>
          </p:cNvPr>
          <p:cNvSpPr/>
          <p:nvPr/>
        </p:nvSpPr>
        <p:spPr>
          <a:xfrm>
            <a:off x="6548643" y="251184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6FB44F-5135-CA5D-FDC7-B5874BD3857C}"/>
              </a:ext>
            </a:extLst>
          </p:cNvPr>
          <p:cNvSpPr/>
          <p:nvPr/>
        </p:nvSpPr>
        <p:spPr>
          <a:xfrm>
            <a:off x="6548643" y="2958029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홍길동</a:t>
            </a:r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329934-C3AB-C8CB-2125-9680C77FEEB4}"/>
              </a:ext>
            </a:extLst>
          </p:cNvPr>
          <p:cNvSpPr/>
          <p:nvPr/>
        </p:nvSpPr>
        <p:spPr>
          <a:xfrm>
            <a:off x="6548643" y="3404212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357D1D-42BC-FA3C-3BFD-33C5C4DBBE17}"/>
              </a:ext>
            </a:extLst>
          </p:cNvPr>
          <p:cNvSpPr/>
          <p:nvPr/>
        </p:nvSpPr>
        <p:spPr>
          <a:xfrm>
            <a:off x="9010913" y="3404212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0FC405-7984-C16F-95DC-FDA9DA87AA64}"/>
              </a:ext>
            </a:extLst>
          </p:cNvPr>
          <p:cNvSpPr/>
          <p:nvPr/>
        </p:nvSpPr>
        <p:spPr>
          <a:xfrm>
            <a:off x="9010913" y="3850395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0CFEE2A-5EFF-56A2-30E0-B258712F7D85}"/>
              </a:ext>
            </a:extLst>
          </p:cNvPr>
          <p:cNvSpPr/>
          <p:nvPr/>
        </p:nvSpPr>
        <p:spPr>
          <a:xfrm>
            <a:off x="9010913" y="251184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C8AF74-5E15-510E-A33F-B490F4458268}"/>
              </a:ext>
            </a:extLst>
          </p:cNvPr>
          <p:cNvSpPr/>
          <p:nvPr/>
        </p:nvSpPr>
        <p:spPr>
          <a:xfrm>
            <a:off x="9010913" y="2958029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임꺽정</a:t>
            </a:r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4355C98-465A-8835-2BB0-5059D92448E1}"/>
              </a:ext>
            </a:extLst>
          </p:cNvPr>
          <p:cNvSpPr/>
          <p:nvPr/>
        </p:nvSpPr>
        <p:spPr>
          <a:xfrm>
            <a:off x="9010913" y="3404212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480695E-7E8D-6AA1-9A17-CD1436E02EAA}"/>
              </a:ext>
            </a:extLst>
          </p:cNvPr>
          <p:cNvCxnSpPr>
            <a:cxnSpLocks/>
          </p:cNvCxnSpPr>
          <p:nvPr/>
        </p:nvCxnSpPr>
        <p:spPr>
          <a:xfrm flipV="1">
            <a:off x="7942277" y="3404212"/>
            <a:ext cx="1068636" cy="23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B34AF88-7A95-6570-CABA-8C351D5F830C}"/>
              </a:ext>
            </a:extLst>
          </p:cNvPr>
          <p:cNvCxnSpPr>
            <a:cxnSpLocks/>
          </p:cNvCxnSpPr>
          <p:nvPr/>
        </p:nvCxnSpPr>
        <p:spPr>
          <a:xfrm flipH="1" flipV="1">
            <a:off x="7942277" y="3404212"/>
            <a:ext cx="1068636" cy="669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AF8371-BFD1-8DA6-CB48-A95F2CCA1F2B}"/>
              </a:ext>
            </a:extLst>
          </p:cNvPr>
          <p:cNvSpPr txBox="1"/>
          <p:nvPr/>
        </p:nvSpPr>
        <p:spPr>
          <a:xfrm>
            <a:off x="5706737" y="3627303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list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2768B-4ED4-032B-56C5-1819C3735B2F}"/>
              </a:ext>
            </a:extLst>
          </p:cNvPr>
          <p:cNvSpPr txBox="1"/>
          <p:nvPr/>
        </p:nvSpPr>
        <p:spPr>
          <a:xfrm>
            <a:off x="7849294" y="344039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448795-F51F-0B41-47F3-DFFD7A6E9184}"/>
              </a:ext>
            </a:extLst>
          </p:cNvPr>
          <p:cNvSpPr txBox="1"/>
          <p:nvPr/>
        </p:nvSpPr>
        <p:spPr>
          <a:xfrm>
            <a:off x="7841037" y="38405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F947A96-900D-D131-9C04-23BEDB2BF3BE}"/>
              </a:ext>
            </a:extLst>
          </p:cNvPr>
          <p:cNvCxnSpPr/>
          <p:nvPr/>
        </p:nvCxnSpPr>
        <p:spPr>
          <a:xfrm>
            <a:off x="5706737" y="3404212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5BC423-7005-1399-9CD3-6517CF93EB9E}"/>
              </a:ext>
            </a:extLst>
          </p:cNvPr>
          <p:cNvCxnSpPr/>
          <p:nvPr/>
        </p:nvCxnSpPr>
        <p:spPr>
          <a:xfrm>
            <a:off x="5706737" y="2500829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8977D96-2C43-0FD4-8A36-0A04224A4005}"/>
              </a:ext>
            </a:extLst>
          </p:cNvPr>
          <p:cNvSpPr txBox="1"/>
          <p:nvPr/>
        </p:nvSpPr>
        <p:spPr>
          <a:xfrm>
            <a:off x="4946542" y="31811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D95B6BD-17D0-941B-E9CD-3D99ED109558}"/>
              </a:ext>
            </a:extLst>
          </p:cNvPr>
          <p:cNvCxnSpPr>
            <a:cxnSpLocks/>
          </p:cNvCxnSpPr>
          <p:nvPr/>
        </p:nvCxnSpPr>
        <p:spPr>
          <a:xfrm flipV="1">
            <a:off x="6230039" y="2500829"/>
            <a:ext cx="0" cy="903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D7382F-97FF-9ABF-9779-82C1EE908E08}"/>
              </a:ext>
            </a:extLst>
          </p:cNvPr>
          <p:cNvSpPr txBox="1"/>
          <p:nvPr/>
        </p:nvSpPr>
        <p:spPr>
          <a:xfrm>
            <a:off x="5045161" y="228875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8536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E563DB-B6A4-03FF-765B-AAC62559FBA0}"/>
              </a:ext>
            </a:extLst>
          </p:cNvPr>
          <p:cNvSpPr/>
          <p:nvPr/>
        </p:nvSpPr>
        <p:spPr>
          <a:xfrm>
            <a:off x="6548643" y="3404212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43E4A5-FD75-565A-5872-8D6681F4F1B4}"/>
              </a:ext>
            </a:extLst>
          </p:cNvPr>
          <p:cNvSpPr/>
          <p:nvPr/>
        </p:nvSpPr>
        <p:spPr>
          <a:xfrm>
            <a:off x="6548643" y="3850395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>
                <a:latin typeface="Consolas" panose="020B0609020204030204" pitchFamily="49" charset="0"/>
              </a:rPr>
              <a:t>typedef struct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int sid;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char name[40];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NODE list;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 SAWON;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509BB-BBA9-12F5-6D07-7DD99C94FFFE}"/>
              </a:ext>
            </a:extLst>
          </p:cNvPr>
          <p:cNvSpPr txBox="1"/>
          <p:nvPr/>
        </p:nvSpPr>
        <p:spPr>
          <a:xfrm>
            <a:off x="5832590" y="537630"/>
            <a:ext cx="5282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리스트에 데이터를 넣지 말고</a:t>
            </a:r>
            <a:r>
              <a:rPr lang="en-US" altLang="ko-KR" sz="2800"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ko-KR" altLang="en-US" sz="2800">
                <a:latin typeface="Consolas" panose="020B0609020204030204" pitchFamily="49" charset="0"/>
              </a:rPr>
              <a:t>데이터에 리스트를 넣어라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1993D-8914-E92B-A3BF-96CFD030FD54}"/>
              </a:ext>
            </a:extLst>
          </p:cNvPr>
          <p:cNvSpPr/>
          <p:nvPr/>
        </p:nvSpPr>
        <p:spPr>
          <a:xfrm>
            <a:off x="6548643" y="251184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6FB44F-5135-CA5D-FDC7-B5874BD3857C}"/>
              </a:ext>
            </a:extLst>
          </p:cNvPr>
          <p:cNvSpPr/>
          <p:nvPr/>
        </p:nvSpPr>
        <p:spPr>
          <a:xfrm>
            <a:off x="6548643" y="2958029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홍길동</a:t>
            </a:r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329934-C3AB-C8CB-2125-9680C77FEEB4}"/>
              </a:ext>
            </a:extLst>
          </p:cNvPr>
          <p:cNvSpPr/>
          <p:nvPr/>
        </p:nvSpPr>
        <p:spPr>
          <a:xfrm>
            <a:off x="6548643" y="3404212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357D1D-42BC-FA3C-3BFD-33C5C4DBBE17}"/>
              </a:ext>
            </a:extLst>
          </p:cNvPr>
          <p:cNvSpPr/>
          <p:nvPr/>
        </p:nvSpPr>
        <p:spPr>
          <a:xfrm>
            <a:off x="9010913" y="3404212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0FC405-7984-C16F-95DC-FDA9DA87AA64}"/>
              </a:ext>
            </a:extLst>
          </p:cNvPr>
          <p:cNvSpPr/>
          <p:nvPr/>
        </p:nvSpPr>
        <p:spPr>
          <a:xfrm>
            <a:off x="9010913" y="3850395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0CFEE2A-5EFF-56A2-30E0-B258712F7D85}"/>
              </a:ext>
            </a:extLst>
          </p:cNvPr>
          <p:cNvSpPr/>
          <p:nvPr/>
        </p:nvSpPr>
        <p:spPr>
          <a:xfrm>
            <a:off x="9010913" y="251184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C8AF74-5E15-510E-A33F-B490F4458268}"/>
              </a:ext>
            </a:extLst>
          </p:cNvPr>
          <p:cNvSpPr/>
          <p:nvPr/>
        </p:nvSpPr>
        <p:spPr>
          <a:xfrm>
            <a:off x="9010913" y="2958029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임꺽정</a:t>
            </a:r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4355C98-465A-8835-2BB0-5059D92448E1}"/>
              </a:ext>
            </a:extLst>
          </p:cNvPr>
          <p:cNvSpPr/>
          <p:nvPr/>
        </p:nvSpPr>
        <p:spPr>
          <a:xfrm>
            <a:off x="9010913" y="3404212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480695E-7E8D-6AA1-9A17-CD1436E02EAA}"/>
              </a:ext>
            </a:extLst>
          </p:cNvPr>
          <p:cNvCxnSpPr>
            <a:cxnSpLocks/>
          </p:cNvCxnSpPr>
          <p:nvPr/>
        </p:nvCxnSpPr>
        <p:spPr>
          <a:xfrm flipV="1">
            <a:off x="7942277" y="3404212"/>
            <a:ext cx="1068636" cy="23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B34AF88-7A95-6570-CABA-8C351D5F830C}"/>
              </a:ext>
            </a:extLst>
          </p:cNvPr>
          <p:cNvCxnSpPr>
            <a:cxnSpLocks/>
          </p:cNvCxnSpPr>
          <p:nvPr/>
        </p:nvCxnSpPr>
        <p:spPr>
          <a:xfrm flipH="1" flipV="1">
            <a:off x="7942277" y="3404212"/>
            <a:ext cx="1068636" cy="669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AF8371-BFD1-8DA6-CB48-A95F2CCA1F2B}"/>
              </a:ext>
            </a:extLst>
          </p:cNvPr>
          <p:cNvSpPr txBox="1"/>
          <p:nvPr/>
        </p:nvSpPr>
        <p:spPr>
          <a:xfrm>
            <a:off x="5706737" y="362730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list1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2768B-4ED4-032B-56C5-1819C3735B2F}"/>
              </a:ext>
            </a:extLst>
          </p:cNvPr>
          <p:cNvSpPr txBox="1"/>
          <p:nvPr/>
        </p:nvSpPr>
        <p:spPr>
          <a:xfrm>
            <a:off x="7849294" y="344039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448795-F51F-0B41-47F3-DFFD7A6E9184}"/>
              </a:ext>
            </a:extLst>
          </p:cNvPr>
          <p:cNvSpPr txBox="1"/>
          <p:nvPr/>
        </p:nvSpPr>
        <p:spPr>
          <a:xfrm>
            <a:off x="7841037" y="384050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F947A96-900D-D131-9C04-23BEDB2BF3BE}"/>
              </a:ext>
            </a:extLst>
          </p:cNvPr>
          <p:cNvCxnSpPr/>
          <p:nvPr/>
        </p:nvCxnSpPr>
        <p:spPr>
          <a:xfrm>
            <a:off x="5706737" y="3404212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5BC423-7005-1399-9CD3-6517CF93EB9E}"/>
              </a:ext>
            </a:extLst>
          </p:cNvPr>
          <p:cNvCxnSpPr/>
          <p:nvPr/>
        </p:nvCxnSpPr>
        <p:spPr>
          <a:xfrm>
            <a:off x="5706737" y="2500829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8977D96-2C43-0FD4-8A36-0A04224A4005}"/>
              </a:ext>
            </a:extLst>
          </p:cNvPr>
          <p:cNvSpPr txBox="1"/>
          <p:nvPr/>
        </p:nvSpPr>
        <p:spPr>
          <a:xfrm>
            <a:off x="4946542" y="31811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D95B6BD-17D0-941B-E9CD-3D99ED109558}"/>
              </a:ext>
            </a:extLst>
          </p:cNvPr>
          <p:cNvCxnSpPr>
            <a:cxnSpLocks/>
          </p:cNvCxnSpPr>
          <p:nvPr/>
        </p:nvCxnSpPr>
        <p:spPr>
          <a:xfrm flipV="1">
            <a:off x="6318174" y="2506337"/>
            <a:ext cx="0" cy="903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D7382F-97FF-9ABF-9779-82C1EE908E08}"/>
              </a:ext>
            </a:extLst>
          </p:cNvPr>
          <p:cNvSpPr txBox="1"/>
          <p:nvPr/>
        </p:nvSpPr>
        <p:spPr>
          <a:xfrm>
            <a:off x="5045161" y="228875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DF8523-1717-D599-367E-530B90023362}"/>
              </a:ext>
            </a:extLst>
          </p:cNvPr>
          <p:cNvSpPr/>
          <p:nvPr/>
        </p:nvSpPr>
        <p:spPr>
          <a:xfrm>
            <a:off x="6548643" y="4286683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9FB506-5DB7-F52A-FB7B-8B4E1FDAC557}"/>
              </a:ext>
            </a:extLst>
          </p:cNvPr>
          <p:cNvSpPr/>
          <p:nvPr/>
        </p:nvSpPr>
        <p:spPr>
          <a:xfrm>
            <a:off x="6548643" y="473286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BBA3F1-185F-9DEF-AE5E-78D0DF75F98E}"/>
              </a:ext>
            </a:extLst>
          </p:cNvPr>
          <p:cNvSpPr/>
          <p:nvPr/>
        </p:nvSpPr>
        <p:spPr>
          <a:xfrm>
            <a:off x="6548643" y="4286683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B50945-D52C-23F9-3824-AC214E6200DD}"/>
              </a:ext>
            </a:extLst>
          </p:cNvPr>
          <p:cNvSpPr/>
          <p:nvPr/>
        </p:nvSpPr>
        <p:spPr>
          <a:xfrm>
            <a:off x="9010913" y="4286683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416031-25CE-1D21-8DFB-150E9206513E}"/>
              </a:ext>
            </a:extLst>
          </p:cNvPr>
          <p:cNvSpPr/>
          <p:nvPr/>
        </p:nvSpPr>
        <p:spPr>
          <a:xfrm>
            <a:off x="9010913" y="4732866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B31240-2C8A-8DC6-69F0-DF98D1348F31}"/>
              </a:ext>
            </a:extLst>
          </p:cNvPr>
          <p:cNvSpPr/>
          <p:nvPr/>
        </p:nvSpPr>
        <p:spPr>
          <a:xfrm>
            <a:off x="9010913" y="4286683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0E307FA-E8E0-95AE-460E-9D020F4F794B}"/>
              </a:ext>
            </a:extLst>
          </p:cNvPr>
          <p:cNvCxnSpPr>
            <a:cxnSpLocks/>
          </p:cNvCxnSpPr>
          <p:nvPr/>
        </p:nvCxnSpPr>
        <p:spPr>
          <a:xfrm flipV="1">
            <a:off x="7942277" y="4286683"/>
            <a:ext cx="1068636" cy="23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25F8B5E-AA27-57C3-9AAE-064B7B51AFBC}"/>
              </a:ext>
            </a:extLst>
          </p:cNvPr>
          <p:cNvCxnSpPr>
            <a:cxnSpLocks/>
          </p:cNvCxnSpPr>
          <p:nvPr/>
        </p:nvCxnSpPr>
        <p:spPr>
          <a:xfrm flipH="1" flipV="1">
            <a:off x="7942277" y="4286683"/>
            <a:ext cx="1068636" cy="669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8F4920-2C0F-EC02-329F-477FE2DC9BA2}"/>
              </a:ext>
            </a:extLst>
          </p:cNvPr>
          <p:cNvSpPr txBox="1"/>
          <p:nvPr/>
        </p:nvSpPr>
        <p:spPr>
          <a:xfrm>
            <a:off x="5706737" y="4509774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list2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4815F-4F77-DFF8-F36C-7800EF8BCB43}"/>
              </a:ext>
            </a:extLst>
          </p:cNvPr>
          <p:cNvSpPr txBox="1"/>
          <p:nvPr/>
        </p:nvSpPr>
        <p:spPr>
          <a:xfrm>
            <a:off x="7849294" y="4322861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next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4B61A-81F6-9FBF-AF24-1BB1F58374DF}"/>
              </a:ext>
            </a:extLst>
          </p:cNvPr>
          <p:cNvSpPr txBox="1"/>
          <p:nvPr/>
        </p:nvSpPr>
        <p:spPr>
          <a:xfrm>
            <a:off x="7841037" y="4722971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prev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621798-8557-CC15-A2FF-96E1ABC18F15}"/>
              </a:ext>
            </a:extLst>
          </p:cNvPr>
          <p:cNvCxnSpPr/>
          <p:nvPr/>
        </p:nvCxnSpPr>
        <p:spPr>
          <a:xfrm>
            <a:off x="5706737" y="4286683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A907953-1158-04FF-8308-2C5C9925281A}"/>
              </a:ext>
            </a:extLst>
          </p:cNvPr>
          <p:cNvCxnSpPr>
            <a:cxnSpLocks/>
          </p:cNvCxnSpPr>
          <p:nvPr/>
        </p:nvCxnSpPr>
        <p:spPr>
          <a:xfrm flipV="1">
            <a:off x="5971143" y="2500829"/>
            <a:ext cx="0" cy="1785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51484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E563DB-B6A4-03FF-765B-AAC62559FBA0}"/>
              </a:ext>
            </a:extLst>
          </p:cNvPr>
          <p:cNvSpPr/>
          <p:nvPr/>
        </p:nvSpPr>
        <p:spPr>
          <a:xfrm>
            <a:off x="8581255" y="3305060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43E4A5-FD75-565A-5872-8D6681F4F1B4}"/>
              </a:ext>
            </a:extLst>
          </p:cNvPr>
          <p:cNvSpPr/>
          <p:nvPr/>
        </p:nvSpPr>
        <p:spPr>
          <a:xfrm>
            <a:off x="8581255" y="3751243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B0E70-515A-25DF-3339-C3EF220B806B}"/>
              </a:ext>
            </a:extLst>
          </p:cNvPr>
          <p:cNvSpPr txBox="1"/>
          <p:nvPr/>
        </p:nvSpPr>
        <p:spPr>
          <a:xfrm>
            <a:off x="424150" y="30296"/>
            <a:ext cx="4522392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typedef struct</a:t>
            </a:r>
            <a:r>
              <a:rPr lang="ko-KR" altLang="en-US" sz="2800">
                <a:latin typeface="Consolas" panose="020B0609020204030204" pitchFamily="49" charset="0"/>
              </a:rPr>
              <a:t> </a:t>
            </a:r>
            <a:r>
              <a:rPr lang="en-US" altLang="ko-KR" sz="2800">
                <a:latin typeface="Consolas" panose="020B0609020204030204" pitchFamily="49" charset="0"/>
              </a:rPr>
              <a:t>_node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struct _node *next;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struct _node *prev;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>
                <a:latin typeface="Consolas" panose="020B0609020204030204" pitchFamily="49" charset="0"/>
              </a:rPr>
              <a:t>typedef struct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int sid;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char name[40];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   NODE list;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 SAWON;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509BB-BBA9-12F5-6D07-7DD99C94FFFE}"/>
              </a:ext>
            </a:extLst>
          </p:cNvPr>
          <p:cNvSpPr txBox="1"/>
          <p:nvPr/>
        </p:nvSpPr>
        <p:spPr>
          <a:xfrm>
            <a:off x="5832590" y="537630"/>
            <a:ext cx="5282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리스트에 데이터를 넣지 말고</a:t>
            </a:r>
            <a:r>
              <a:rPr lang="en-US" altLang="ko-KR" sz="2800"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ko-KR" altLang="en-US" sz="2800">
                <a:latin typeface="Consolas" panose="020B0609020204030204" pitchFamily="49" charset="0"/>
              </a:rPr>
              <a:t>데이터에 리스트를 넣어라</a:t>
            </a:r>
            <a:r>
              <a:rPr lang="en-US" altLang="ko-KR" sz="28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1993D-8914-E92B-A3BF-96CFD030FD54}"/>
              </a:ext>
            </a:extLst>
          </p:cNvPr>
          <p:cNvSpPr/>
          <p:nvPr/>
        </p:nvSpPr>
        <p:spPr>
          <a:xfrm>
            <a:off x="8581255" y="2412694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6FB44F-5135-CA5D-FDC7-B5874BD3857C}"/>
              </a:ext>
            </a:extLst>
          </p:cNvPr>
          <p:cNvSpPr/>
          <p:nvPr/>
        </p:nvSpPr>
        <p:spPr>
          <a:xfrm>
            <a:off x="8581255" y="2858877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>
                <a:solidFill>
                  <a:schemeClr val="tx1"/>
                </a:solidFill>
                <a:latin typeface="Consolas" panose="020B0609020204030204" pitchFamily="49" charset="0"/>
              </a:rPr>
              <a:t>홍길동</a:t>
            </a:r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329934-C3AB-C8CB-2125-9680C77FEEB4}"/>
              </a:ext>
            </a:extLst>
          </p:cNvPr>
          <p:cNvSpPr/>
          <p:nvPr/>
        </p:nvSpPr>
        <p:spPr>
          <a:xfrm>
            <a:off x="8581255" y="3305060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AF8371-BFD1-8DA6-CB48-A95F2CCA1F2B}"/>
              </a:ext>
            </a:extLst>
          </p:cNvPr>
          <p:cNvSpPr txBox="1"/>
          <p:nvPr/>
        </p:nvSpPr>
        <p:spPr>
          <a:xfrm>
            <a:off x="7739349" y="352815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list1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F947A96-900D-D131-9C04-23BEDB2BF3BE}"/>
              </a:ext>
            </a:extLst>
          </p:cNvPr>
          <p:cNvCxnSpPr/>
          <p:nvPr/>
        </p:nvCxnSpPr>
        <p:spPr>
          <a:xfrm>
            <a:off x="7739349" y="3305060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5BC423-7005-1399-9CD3-6517CF93EB9E}"/>
              </a:ext>
            </a:extLst>
          </p:cNvPr>
          <p:cNvCxnSpPr/>
          <p:nvPr/>
        </p:nvCxnSpPr>
        <p:spPr>
          <a:xfrm>
            <a:off x="7739349" y="2401677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8977D96-2C43-0FD4-8A36-0A04224A4005}"/>
              </a:ext>
            </a:extLst>
          </p:cNvPr>
          <p:cNvSpPr txBox="1"/>
          <p:nvPr/>
        </p:nvSpPr>
        <p:spPr>
          <a:xfrm>
            <a:off x="6979154" y="3081968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D95B6BD-17D0-941B-E9CD-3D99ED109558}"/>
              </a:ext>
            </a:extLst>
          </p:cNvPr>
          <p:cNvCxnSpPr>
            <a:cxnSpLocks/>
          </p:cNvCxnSpPr>
          <p:nvPr/>
        </p:nvCxnSpPr>
        <p:spPr>
          <a:xfrm flipV="1">
            <a:off x="8350786" y="2407185"/>
            <a:ext cx="0" cy="903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D7382F-97FF-9ABF-9779-82C1EE908E08}"/>
              </a:ext>
            </a:extLst>
          </p:cNvPr>
          <p:cNvSpPr txBox="1"/>
          <p:nvPr/>
        </p:nvSpPr>
        <p:spPr>
          <a:xfrm>
            <a:off x="7077773" y="218960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DF8523-1717-D599-367E-530B90023362}"/>
              </a:ext>
            </a:extLst>
          </p:cNvPr>
          <p:cNvSpPr/>
          <p:nvPr/>
        </p:nvSpPr>
        <p:spPr>
          <a:xfrm>
            <a:off x="8581255" y="4187531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9FB506-5DB7-F52A-FB7B-8B4E1FDAC557}"/>
              </a:ext>
            </a:extLst>
          </p:cNvPr>
          <p:cNvSpPr/>
          <p:nvPr/>
        </p:nvSpPr>
        <p:spPr>
          <a:xfrm>
            <a:off x="8581255" y="4633714"/>
            <a:ext cx="1393634" cy="4461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BBA3F1-185F-9DEF-AE5E-78D0DF75F98E}"/>
              </a:ext>
            </a:extLst>
          </p:cNvPr>
          <p:cNvSpPr/>
          <p:nvPr/>
        </p:nvSpPr>
        <p:spPr>
          <a:xfrm>
            <a:off x="8581255" y="4187531"/>
            <a:ext cx="1393634" cy="89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8F4920-2C0F-EC02-329F-477FE2DC9BA2}"/>
              </a:ext>
            </a:extLst>
          </p:cNvPr>
          <p:cNvSpPr txBox="1"/>
          <p:nvPr/>
        </p:nvSpPr>
        <p:spPr>
          <a:xfrm>
            <a:off x="7739349" y="441062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list2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621798-8557-CC15-A2FF-96E1ABC18F15}"/>
              </a:ext>
            </a:extLst>
          </p:cNvPr>
          <p:cNvCxnSpPr/>
          <p:nvPr/>
        </p:nvCxnSpPr>
        <p:spPr>
          <a:xfrm>
            <a:off x="7739349" y="4187531"/>
            <a:ext cx="841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A907953-1158-04FF-8308-2C5C9925281A}"/>
              </a:ext>
            </a:extLst>
          </p:cNvPr>
          <p:cNvCxnSpPr>
            <a:cxnSpLocks/>
          </p:cNvCxnSpPr>
          <p:nvPr/>
        </p:nvCxnSpPr>
        <p:spPr>
          <a:xfrm flipV="1">
            <a:off x="8003755" y="2401677"/>
            <a:ext cx="0" cy="1785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55AB40-CC14-6BCC-C349-638DA86D2642}"/>
              </a:ext>
            </a:extLst>
          </p:cNvPr>
          <p:cNvSpPr txBox="1"/>
          <p:nvPr/>
        </p:nvSpPr>
        <p:spPr>
          <a:xfrm>
            <a:off x="6957525" y="3951296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temp2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5019ED-7FE1-9F76-1F6C-554B53C88E25}"/>
              </a:ext>
            </a:extLst>
          </p:cNvPr>
          <p:cNvSpPr txBox="1"/>
          <p:nvPr/>
        </p:nvSpPr>
        <p:spPr>
          <a:xfrm>
            <a:off x="6219713" y="221338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72679-8854-B541-F5FD-DA22FDCA743F}"/>
              </a:ext>
            </a:extLst>
          </p:cNvPr>
          <p:cNvSpPr txBox="1"/>
          <p:nvPr/>
        </p:nvSpPr>
        <p:spPr>
          <a:xfrm>
            <a:off x="6247543" y="3106626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1044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D1C420-0EEE-081D-22E7-EE474439744C}"/>
              </a:ext>
            </a:extLst>
          </p:cNvPr>
          <p:cNvSpPr txBox="1"/>
          <p:nvPr/>
        </p:nvSpPr>
        <p:spPr>
          <a:xfrm>
            <a:off x="6256683" y="4011261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1060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11416C-A4AC-D696-FB52-9C873CB30BD9}"/>
              </a:ext>
            </a:extLst>
          </p:cNvPr>
          <p:cNvSpPr txBox="1"/>
          <p:nvPr/>
        </p:nvSpPr>
        <p:spPr>
          <a:xfrm>
            <a:off x="5184594" y="219611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136BD7-8472-A2B3-791E-2BB93BD95126}"/>
              </a:ext>
            </a:extLst>
          </p:cNvPr>
          <p:cNvSpPr txBox="1"/>
          <p:nvPr/>
        </p:nvSpPr>
        <p:spPr>
          <a:xfrm>
            <a:off x="5238888" y="309486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44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3FFF1E-758F-209E-3D7A-B6EB1C489CB4}"/>
              </a:ext>
            </a:extLst>
          </p:cNvPr>
          <p:cNvSpPr txBox="1"/>
          <p:nvPr/>
        </p:nvSpPr>
        <p:spPr>
          <a:xfrm>
            <a:off x="5248028" y="399949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60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57408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95693" y="2285541"/>
            <a:ext cx="832150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 *p = a;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printf("sizeof(a)=%u\n", sizeof(a));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printf("sizeof(p)=%u\n", sizeof(p));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94DB9-633B-F0FC-F6AE-77836C1BD9B9}"/>
              </a:ext>
            </a:extLst>
          </p:cNvPr>
          <p:cNvSpPr txBox="1"/>
          <p:nvPr/>
        </p:nvSpPr>
        <p:spPr>
          <a:xfrm>
            <a:off x="4795630" y="192563"/>
            <a:ext cx="718498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decay</a:t>
            </a:r>
            <a:r>
              <a:rPr lang="ko-KR" altLang="en-US" sz="3200">
                <a:latin typeface="Consolas" panose="020B0609020204030204" pitchFamily="49" charset="0"/>
              </a:rPr>
              <a:t> </a:t>
            </a:r>
            <a:r>
              <a:rPr lang="en-US" altLang="ko-KR" sz="3200">
                <a:latin typeface="Consolas" panose="020B0609020204030204" pitchFamily="49" charset="0"/>
              </a:rPr>
              <a:t>:</a:t>
            </a:r>
            <a:r>
              <a:rPr lang="ko-KR" altLang="en-US" sz="3200">
                <a:latin typeface="Consolas" panose="020B0609020204030204" pitchFamily="49" charset="0"/>
              </a:rPr>
              <a:t> 배열의 이름은 일반적으로 </a:t>
            </a:r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배열의 첫번째 원소의 </a:t>
            </a:r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시작 주소로 해석 된다</a:t>
            </a:r>
            <a:r>
              <a:rPr lang="en-US" altLang="ko-KR" sz="3200">
                <a:latin typeface="Consolas" panose="020B0609020204030204" pitchFamily="49" charset="0"/>
              </a:rPr>
              <a:t>.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예외</a:t>
            </a:r>
            <a:r>
              <a:rPr lang="en-US" altLang="ko-KR" sz="3200">
                <a:latin typeface="Consolas" panose="020B0609020204030204" pitchFamily="49" charset="0"/>
              </a:rPr>
              <a:t>) sizeof, &amp;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877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5609228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a[2][2] = {1,2,3,4};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 *p = a;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p[1][1] = 10;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*(*1004+1)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*(2+1)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*3   compile error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DD4BA6-3D6D-0C22-6D26-02395702B187}"/>
              </a:ext>
            </a:extLst>
          </p:cNvPr>
          <p:cNvSpPr/>
          <p:nvPr/>
        </p:nvSpPr>
        <p:spPr>
          <a:xfrm>
            <a:off x="7684265" y="468217"/>
            <a:ext cx="2197865" cy="53156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1EF264-514B-9750-BC9A-8A5F6D8273A6}"/>
              </a:ext>
            </a:extLst>
          </p:cNvPr>
          <p:cNvSpPr/>
          <p:nvPr/>
        </p:nvSpPr>
        <p:spPr>
          <a:xfrm>
            <a:off x="7684264" y="1371600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FFD181-07F4-B1FB-67AE-2274ED6FCA57}"/>
              </a:ext>
            </a:extLst>
          </p:cNvPr>
          <p:cNvSpPr/>
          <p:nvPr/>
        </p:nvSpPr>
        <p:spPr>
          <a:xfrm>
            <a:off x="7684264" y="1977527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DCE80-BE85-D237-9F33-BAD7256A97BE}"/>
              </a:ext>
            </a:extLst>
          </p:cNvPr>
          <p:cNvSpPr/>
          <p:nvPr/>
        </p:nvSpPr>
        <p:spPr>
          <a:xfrm>
            <a:off x="7684264" y="2583454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40E6BE-3232-44ED-0D9C-8A7A3078110A}"/>
              </a:ext>
            </a:extLst>
          </p:cNvPr>
          <p:cNvSpPr/>
          <p:nvPr/>
        </p:nvSpPr>
        <p:spPr>
          <a:xfrm>
            <a:off x="7684264" y="3189381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7943A-FA64-313C-F2DD-2EC9810C4547}"/>
              </a:ext>
            </a:extLst>
          </p:cNvPr>
          <p:cNvSpPr txBox="1"/>
          <p:nvPr/>
        </p:nvSpPr>
        <p:spPr>
          <a:xfrm>
            <a:off x="10074925" y="1514819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26ECD-506F-D1F0-08CC-CFCF230881CE}"/>
              </a:ext>
            </a:extLst>
          </p:cNvPr>
          <p:cNvSpPr txBox="1"/>
          <p:nvPr/>
        </p:nvSpPr>
        <p:spPr>
          <a:xfrm>
            <a:off x="10074925" y="2080435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72C9E-AD5C-EF7E-D6A5-CCA8666FFE53}"/>
              </a:ext>
            </a:extLst>
          </p:cNvPr>
          <p:cNvSpPr txBox="1"/>
          <p:nvPr/>
        </p:nvSpPr>
        <p:spPr>
          <a:xfrm>
            <a:off x="10074925" y="2646051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06DB6-36A6-E7D6-F79B-0525313ECC2A}"/>
              </a:ext>
            </a:extLst>
          </p:cNvPr>
          <p:cNvSpPr txBox="1"/>
          <p:nvPr/>
        </p:nvSpPr>
        <p:spPr>
          <a:xfrm>
            <a:off x="10074925" y="3211667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61E3C-7DDC-F205-D798-51BF15EE5137}"/>
              </a:ext>
            </a:extLst>
          </p:cNvPr>
          <p:cNvSpPr txBox="1"/>
          <p:nvPr/>
        </p:nvSpPr>
        <p:spPr>
          <a:xfrm>
            <a:off x="6614523" y="115134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EAEA9-98F6-7838-F25C-A11938472821}"/>
              </a:ext>
            </a:extLst>
          </p:cNvPr>
          <p:cNvSpPr txBox="1"/>
          <p:nvPr/>
        </p:nvSpPr>
        <p:spPr>
          <a:xfrm>
            <a:off x="6614523" y="17159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1004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D5FE6-FE42-9562-327F-9C7007DA9E1F}"/>
              </a:ext>
            </a:extLst>
          </p:cNvPr>
          <p:cNvSpPr txBox="1"/>
          <p:nvPr/>
        </p:nvSpPr>
        <p:spPr>
          <a:xfrm>
            <a:off x="6614522" y="228049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1008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C8873-062B-660A-4976-49B6D9B3F58B}"/>
              </a:ext>
            </a:extLst>
          </p:cNvPr>
          <p:cNvSpPr txBox="1"/>
          <p:nvPr/>
        </p:nvSpPr>
        <p:spPr>
          <a:xfrm>
            <a:off x="6614521" y="28864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1012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85175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5609228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a[2][2] = {1,2,3,4};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 *  *p = a;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p[1][1] = 10;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*(*1004+1)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*(2+1)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*6   runtime error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DD4BA6-3D6D-0C22-6D26-02395702B187}"/>
              </a:ext>
            </a:extLst>
          </p:cNvPr>
          <p:cNvSpPr/>
          <p:nvPr/>
        </p:nvSpPr>
        <p:spPr>
          <a:xfrm>
            <a:off x="7684265" y="468217"/>
            <a:ext cx="2197865" cy="53156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1EF264-514B-9750-BC9A-8A5F6D8273A6}"/>
              </a:ext>
            </a:extLst>
          </p:cNvPr>
          <p:cNvSpPr/>
          <p:nvPr/>
        </p:nvSpPr>
        <p:spPr>
          <a:xfrm>
            <a:off x="7684264" y="1371600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FFD181-07F4-B1FB-67AE-2274ED6FCA57}"/>
              </a:ext>
            </a:extLst>
          </p:cNvPr>
          <p:cNvSpPr/>
          <p:nvPr/>
        </p:nvSpPr>
        <p:spPr>
          <a:xfrm>
            <a:off x="7684264" y="1977527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DCE80-BE85-D237-9F33-BAD7256A97BE}"/>
              </a:ext>
            </a:extLst>
          </p:cNvPr>
          <p:cNvSpPr/>
          <p:nvPr/>
        </p:nvSpPr>
        <p:spPr>
          <a:xfrm>
            <a:off x="7684264" y="2583454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40E6BE-3232-44ED-0D9C-8A7A3078110A}"/>
              </a:ext>
            </a:extLst>
          </p:cNvPr>
          <p:cNvSpPr/>
          <p:nvPr/>
        </p:nvSpPr>
        <p:spPr>
          <a:xfrm>
            <a:off x="7684264" y="3189381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7943A-FA64-313C-F2DD-2EC9810C4547}"/>
              </a:ext>
            </a:extLst>
          </p:cNvPr>
          <p:cNvSpPr txBox="1"/>
          <p:nvPr/>
        </p:nvSpPr>
        <p:spPr>
          <a:xfrm>
            <a:off x="10074925" y="1514819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26ECD-506F-D1F0-08CC-CFCF230881CE}"/>
              </a:ext>
            </a:extLst>
          </p:cNvPr>
          <p:cNvSpPr txBox="1"/>
          <p:nvPr/>
        </p:nvSpPr>
        <p:spPr>
          <a:xfrm>
            <a:off x="10074925" y="2080435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72C9E-AD5C-EF7E-D6A5-CCA8666FFE53}"/>
              </a:ext>
            </a:extLst>
          </p:cNvPr>
          <p:cNvSpPr txBox="1"/>
          <p:nvPr/>
        </p:nvSpPr>
        <p:spPr>
          <a:xfrm>
            <a:off x="10074925" y="2646051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06DB6-36A6-E7D6-F79B-0525313ECC2A}"/>
              </a:ext>
            </a:extLst>
          </p:cNvPr>
          <p:cNvSpPr txBox="1"/>
          <p:nvPr/>
        </p:nvSpPr>
        <p:spPr>
          <a:xfrm>
            <a:off x="10074925" y="3211667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61E3C-7DDC-F205-D798-51BF15EE5137}"/>
              </a:ext>
            </a:extLst>
          </p:cNvPr>
          <p:cNvSpPr txBox="1"/>
          <p:nvPr/>
        </p:nvSpPr>
        <p:spPr>
          <a:xfrm>
            <a:off x="6614523" y="115134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EAEA9-98F6-7838-F25C-A11938472821}"/>
              </a:ext>
            </a:extLst>
          </p:cNvPr>
          <p:cNvSpPr txBox="1"/>
          <p:nvPr/>
        </p:nvSpPr>
        <p:spPr>
          <a:xfrm>
            <a:off x="6614523" y="17159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1004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D5FE6-FE42-9562-327F-9C7007DA9E1F}"/>
              </a:ext>
            </a:extLst>
          </p:cNvPr>
          <p:cNvSpPr txBox="1"/>
          <p:nvPr/>
        </p:nvSpPr>
        <p:spPr>
          <a:xfrm>
            <a:off x="6614522" y="228049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1008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C8873-062B-660A-4976-49B6D9B3F58B}"/>
              </a:ext>
            </a:extLst>
          </p:cNvPr>
          <p:cNvSpPr txBox="1"/>
          <p:nvPr/>
        </p:nvSpPr>
        <p:spPr>
          <a:xfrm>
            <a:off x="6614521" y="28864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1012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92507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5609228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a[2][2] = {1,2,3,4};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 (*p)[2] = a;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p[1][1] = 10;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*(*1008+1)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*(1008+1)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*1012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DD4BA6-3D6D-0C22-6D26-02395702B187}"/>
              </a:ext>
            </a:extLst>
          </p:cNvPr>
          <p:cNvSpPr/>
          <p:nvPr/>
        </p:nvSpPr>
        <p:spPr>
          <a:xfrm>
            <a:off x="7684265" y="468217"/>
            <a:ext cx="2197865" cy="53156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1EF264-514B-9750-BC9A-8A5F6D8273A6}"/>
              </a:ext>
            </a:extLst>
          </p:cNvPr>
          <p:cNvSpPr/>
          <p:nvPr/>
        </p:nvSpPr>
        <p:spPr>
          <a:xfrm>
            <a:off x="7684264" y="1371600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FFD181-07F4-B1FB-67AE-2274ED6FCA57}"/>
              </a:ext>
            </a:extLst>
          </p:cNvPr>
          <p:cNvSpPr/>
          <p:nvPr/>
        </p:nvSpPr>
        <p:spPr>
          <a:xfrm>
            <a:off x="7684264" y="1977527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DCE80-BE85-D237-9F33-BAD7256A97BE}"/>
              </a:ext>
            </a:extLst>
          </p:cNvPr>
          <p:cNvSpPr/>
          <p:nvPr/>
        </p:nvSpPr>
        <p:spPr>
          <a:xfrm>
            <a:off x="7684264" y="2583454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40E6BE-3232-44ED-0D9C-8A7A3078110A}"/>
              </a:ext>
            </a:extLst>
          </p:cNvPr>
          <p:cNvSpPr/>
          <p:nvPr/>
        </p:nvSpPr>
        <p:spPr>
          <a:xfrm>
            <a:off x="7684264" y="3189381"/>
            <a:ext cx="2197865" cy="60592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7943A-FA64-313C-F2DD-2EC9810C4547}"/>
              </a:ext>
            </a:extLst>
          </p:cNvPr>
          <p:cNvSpPr txBox="1"/>
          <p:nvPr/>
        </p:nvSpPr>
        <p:spPr>
          <a:xfrm>
            <a:off x="10074925" y="1514819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26ECD-506F-D1F0-08CC-CFCF230881CE}"/>
              </a:ext>
            </a:extLst>
          </p:cNvPr>
          <p:cNvSpPr txBox="1"/>
          <p:nvPr/>
        </p:nvSpPr>
        <p:spPr>
          <a:xfrm>
            <a:off x="10074925" y="2080435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a[0][1]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72C9E-AD5C-EF7E-D6A5-CCA8666FFE53}"/>
              </a:ext>
            </a:extLst>
          </p:cNvPr>
          <p:cNvSpPr txBox="1"/>
          <p:nvPr/>
        </p:nvSpPr>
        <p:spPr>
          <a:xfrm>
            <a:off x="10074925" y="2646051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a[1][0]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06DB6-36A6-E7D6-F79B-0525313ECC2A}"/>
              </a:ext>
            </a:extLst>
          </p:cNvPr>
          <p:cNvSpPr txBox="1"/>
          <p:nvPr/>
        </p:nvSpPr>
        <p:spPr>
          <a:xfrm>
            <a:off x="10074925" y="3211667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a[1][1]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61E3C-7DDC-F205-D798-51BF15EE5137}"/>
              </a:ext>
            </a:extLst>
          </p:cNvPr>
          <p:cNvSpPr txBox="1"/>
          <p:nvPr/>
        </p:nvSpPr>
        <p:spPr>
          <a:xfrm>
            <a:off x="6614523" y="115134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EAEA9-98F6-7838-F25C-A11938472821}"/>
              </a:ext>
            </a:extLst>
          </p:cNvPr>
          <p:cNvSpPr txBox="1"/>
          <p:nvPr/>
        </p:nvSpPr>
        <p:spPr>
          <a:xfrm>
            <a:off x="6614523" y="17159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1004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D5FE6-FE42-9562-327F-9C7007DA9E1F}"/>
              </a:ext>
            </a:extLst>
          </p:cNvPr>
          <p:cNvSpPr txBox="1"/>
          <p:nvPr/>
        </p:nvSpPr>
        <p:spPr>
          <a:xfrm>
            <a:off x="6614522" y="228049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1008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C8873-062B-660A-4976-49B6D9B3F58B}"/>
              </a:ext>
            </a:extLst>
          </p:cNvPr>
          <p:cNvSpPr txBox="1"/>
          <p:nvPr/>
        </p:nvSpPr>
        <p:spPr>
          <a:xfrm>
            <a:off x="6614521" y="2886417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1012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5796CD-0BC9-9266-56D8-4E3C425A7EEC}"/>
              </a:ext>
            </a:extLst>
          </p:cNvPr>
          <p:cNvSpPr/>
          <p:nvPr/>
        </p:nvSpPr>
        <p:spPr>
          <a:xfrm>
            <a:off x="7684263" y="1371600"/>
            <a:ext cx="2197865" cy="1211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C538D9-4902-B2DF-6F82-8C4E40C388B4}"/>
              </a:ext>
            </a:extLst>
          </p:cNvPr>
          <p:cNvSpPr/>
          <p:nvPr/>
        </p:nvSpPr>
        <p:spPr>
          <a:xfrm>
            <a:off x="7684262" y="2577944"/>
            <a:ext cx="2197865" cy="1211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63105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80954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a[2][2][2] = {1,2,3,4,5,6,7,8};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 (*p)[2][2] = a;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p[1][1][1] = 10;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19878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31229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*p;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6485A-891E-BCA6-7F47-BA948F2FAA13}"/>
              </a:ext>
            </a:extLst>
          </p:cNvPr>
          <p:cNvSpPr txBox="1"/>
          <p:nvPr/>
        </p:nvSpPr>
        <p:spPr>
          <a:xfrm>
            <a:off x="4534514" y="401655"/>
            <a:ext cx="312297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**p;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85500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31229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6485A-891E-BCA6-7F47-BA948F2FAA13}"/>
              </a:ext>
            </a:extLst>
          </p:cNvPr>
          <p:cNvSpPr txBox="1"/>
          <p:nvPr/>
        </p:nvSpPr>
        <p:spPr>
          <a:xfrm>
            <a:off x="4534514" y="401655"/>
            <a:ext cx="312297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a[2][2];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85950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31229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*a[2];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E2FC2-880D-B743-A433-3A0E64346456}"/>
              </a:ext>
            </a:extLst>
          </p:cNvPr>
          <p:cNvSpPr txBox="1"/>
          <p:nvPr/>
        </p:nvSpPr>
        <p:spPr>
          <a:xfrm>
            <a:off x="4902440" y="401655"/>
            <a:ext cx="31229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(*a)[2];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8FFEEF-9550-7E44-90F8-25428D7FA44D}"/>
              </a:ext>
            </a:extLst>
          </p:cNvPr>
          <p:cNvSpPr/>
          <p:nvPr/>
        </p:nvSpPr>
        <p:spPr>
          <a:xfrm>
            <a:off x="1305499" y="3200400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46A848-BEB5-C9F1-559A-40E7531E08F7}"/>
              </a:ext>
            </a:extLst>
          </p:cNvPr>
          <p:cNvSpPr/>
          <p:nvPr/>
        </p:nvSpPr>
        <p:spPr>
          <a:xfrm>
            <a:off x="1305499" y="3668617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D4488F-3821-9AFD-9477-373EFBA9C528}"/>
              </a:ext>
            </a:extLst>
          </p:cNvPr>
          <p:cNvSpPr/>
          <p:nvPr/>
        </p:nvSpPr>
        <p:spPr>
          <a:xfrm>
            <a:off x="2836843" y="2732183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A0281F-328B-D017-2463-F79B7A3B44E0}"/>
              </a:ext>
            </a:extLst>
          </p:cNvPr>
          <p:cNvSpPr/>
          <p:nvPr/>
        </p:nvSpPr>
        <p:spPr>
          <a:xfrm>
            <a:off x="2836843" y="3767769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B1F2EE9-B0A6-3EA8-B5A1-86E9A1437A81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550405" y="2966292"/>
            <a:ext cx="286438" cy="468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0BDD239-37EF-CD8F-40A3-566E5E68BD3C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550405" y="3902726"/>
            <a:ext cx="286438" cy="99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3877D1-B83F-8CE6-640F-16A3D390F104}"/>
              </a:ext>
            </a:extLst>
          </p:cNvPr>
          <p:cNvSpPr/>
          <p:nvPr/>
        </p:nvSpPr>
        <p:spPr>
          <a:xfrm>
            <a:off x="5679196" y="3668617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11E84A-FBE5-8E7B-0CCC-D1D9696C0EFF}"/>
              </a:ext>
            </a:extLst>
          </p:cNvPr>
          <p:cNvSpPr/>
          <p:nvPr/>
        </p:nvSpPr>
        <p:spPr>
          <a:xfrm>
            <a:off x="7799942" y="3078300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CFEC0A-FD85-C248-7F3C-4E032FFC3113}"/>
              </a:ext>
            </a:extLst>
          </p:cNvPr>
          <p:cNvSpPr/>
          <p:nvPr/>
        </p:nvSpPr>
        <p:spPr>
          <a:xfrm>
            <a:off x="7799942" y="3528155"/>
            <a:ext cx="1244906" cy="4682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23D4643-A0AB-43A3-668A-7165AB49D23E}"/>
              </a:ext>
            </a:extLst>
          </p:cNvPr>
          <p:cNvCxnSpPr>
            <a:stCxn id="15" idx="3"/>
          </p:cNvCxnSpPr>
          <p:nvPr/>
        </p:nvCxnSpPr>
        <p:spPr>
          <a:xfrm flipV="1">
            <a:off x="6924102" y="3078300"/>
            <a:ext cx="875840" cy="824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107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5383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void foo()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function() returning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void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CB493-F8E5-BD60-E4F4-1FE8C6BB2DED}"/>
              </a:ext>
            </a:extLst>
          </p:cNvPr>
          <p:cNvSpPr txBox="1"/>
          <p:nvPr/>
        </p:nvSpPr>
        <p:spPr>
          <a:xfrm>
            <a:off x="363490" y="2175372"/>
            <a:ext cx="60612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void foo(int)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function(int) returning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void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AAE77-D0BC-17B6-F614-A345F1F3C1D0}"/>
              </a:ext>
            </a:extLst>
          </p:cNvPr>
          <p:cNvSpPr txBox="1"/>
          <p:nvPr/>
        </p:nvSpPr>
        <p:spPr>
          <a:xfrm>
            <a:off x="407558" y="3949088"/>
            <a:ext cx="60612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foo(int)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function(int) returning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</p:txBody>
      </p:sp>
    </p:spTree>
    <p:extLst>
      <p:ext uri="{BB962C8B-B14F-4D97-AF65-F5344CB8AC3E}">
        <p14:creationId xmlns:p14="http://schemas.microsoft.com/office/powerpoint/2010/main" val="335220779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407558" y="401656"/>
            <a:ext cx="538320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int (*foo())[2]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en-US" altLang="ko-KR" sz="3200">
                <a:latin typeface="Consolas" panose="020B0609020204030204" pitchFamily="49" charset="0"/>
              </a:rPr>
              <a:t>// function() returning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// int</a:t>
            </a:r>
          </a:p>
        </p:txBody>
      </p:sp>
    </p:spTree>
    <p:extLst>
      <p:ext uri="{BB962C8B-B14F-4D97-AF65-F5344CB8AC3E}">
        <p14:creationId xmlns:p14="http://schemas.microsoft.com/office/powerpoint/2010/main" val="120411825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ECD60-DDE4-24D6-1181-09C4C0401081}"/>
              </a:ext>
            </a:extLst>
          </p:cNvPr>
          <p:cNvSpPr txBox="1"/>
          <p:nvPr/>
        </p:nvSpPr>
        <p:spPr>
          <a:xfrm>
            <a:off x="1547803" y="198304"/>
            <a:ext cx="809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sz="3200">
                <a:latin typeface="Consolas" panose="020B0609020204030204" pitchFamily="49" charset="0"/>
              </a:rPr>
              <a:t>int (*(*(*(*q)[2])(void))(void))[2]</a:t>
            </a:r>
            <a:endParaRPr lang="en-US" altLang="ko-KR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4E0B8-2EAB-3491-98E6-1D1D9D1F9537}"/>
              </a:ext>
            </a:extLst>
          </p:cNvPr>
          <p:cNvSpPr txBox="1"/>
          <p:nvPr/>
        </p:nvSpPr>
        <p:spPr>
          <a:xfrm>
            <a:off x="1547803" y="974993"/>
            <a:ext cx="470513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sz="3200">
                <a:latin typeface="Consolas" panose="020B0609020204030204" pitchFamily="49" charset="0"/>
              </a:rPr>
              <a:t>pointer to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array of 2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pointer to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function() returning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pointer to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function() returning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pointer to</a:t>
            </a:r>
          </a:p>
          <a:p>
            <a:r>
              <a:rPr lang="fr-FR" altLang="ko-KR" sz="3200">
                <a:latin typeface="Consolas" panose="020B0609020204030204" pitchFamily="49" charset="0"/>
              </a:rPr>
              <a:t>array of 2</a:t>
            </a:r>
          </a:p>
          <a:p>
            <a:r>
              <a:rPr lang="en-US" altLang="ko-KR" sz="3200">
                <a:latin typeface="Consolas" panose="020B0609020204030204" pitchFamily="49" charset="0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323493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2000"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10423</Words>
  <Application>Microsoft Office PowerPoint</Application>
  <PresentationFormat>와이드스크린</PresentationFormat>
  <Paragraphs>3573</Paragraphs>
  <Slides>145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145</vt:i4>
      </vt:variant>
    </vt:vector>
  </HeadingPairs>
  <TitlesOfParts>
    <vt:vector size="151" baseType="lpstr">
      <vt:lpstr>Noto Sans KR</vt:lpstr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13</cp:revision>
  <dcterms:created xsi:type="dcterms:W3CDTF">2024-08-02T05:42:33Z</dcterms:created>
  <dcterms:modified xsi:type="dcterms:W3CDTF">2025-10-26T08:33:39Z</dcterms:modified>
</cp:coreProperties>
</file>